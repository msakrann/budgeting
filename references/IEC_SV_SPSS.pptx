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4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5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6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7.xml" ContentType="application/vnd.openxmlformats-officedocument.theme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4"/>
    <p:sldMasterId id="2147483745" r:id="rId5"/>
    <p:sldMasterId id="2147483755" r:id="rId6"/>
    <p:sldMasterId id="2147483783" r:id="rId7"/>
    <p:sldMasterId id="2147483794" r:id="rId8"/>
    <p:sldMasterId id="2147483803" r:id="rId9"/>
    <p:sldMasterId id="2147483812" r:id="rId10"/>
    <p:sldMasterId id="2147483821" r:id="rId11"/>
  </p:sldMasterIdLst>
  <p:notesMasterIdLst>
    <p:notesMasterId r:id="rId14"/>
  </p:notesMasterIdLst>
  <p:handoutMasterIdLst>
    <p:handoutMasterId r:id="rId15"/>
  </p:handoutMasterIdLst>
  <p:sldIdLst>
    <p:sldId id="466" r:id="rId12"/>
    <p:sldId id="465" r:id="rId13"/>
  </p:sldIdLst>
  <p:sldSz cx="9144000" cy="5143500" type="screen16x9"/>
  <p:notesSz cx="6858000" cy="9296400"/>
  <p:custDataLst>
    <p:tags r:id="rId16"/>
  </p:custDataLst>
  <p:defaultTextStyle>
    <a:defPPr>
      <a:defRPr lang="en-GB"/>
    </a:defPPr>
    <a:lvl1pPr algn="l" defTabSz="712788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Helvetica 75" pitchFamily="34" charset="0"/>
        <a:ea typeface="ＭＳ Ｐゴシック" pitchFamily="34" charset="-128"/>
        <a:cs typeface="+mn-cs"/>
      </a:defRPr>
    </a:lvl1pPr>
    <a:lvl2pPr marL="355600" indent="101600" algn="l" defTabSz="712788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Helvetica 75" pitchFamily="34" charset="0"/>
        <a:ea typeface="ＭＳ Ｐゴシック" pitchFamily="34" charset="-128"/>
        <a:cs typeface="+mn-cs"/>
      </a:defRPr>
    </a:lvl2pPr>
    <a:lvl3pPr marL="712788" indent="201613" algn="l" defTabSz="712788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Helvetica 75" pitchFamily="34" charset="0"/>
        <a:ea typeface="ＭＳ Ｐゴシック" pitchFamily="34" charset="-128"/>
        <a:cs typeface="+mn-cs"/>
      </a:defRPr>
    </a:lvl3pPr>
    <a:lvl4pPr marL="1068388" indent="303213" algn="l" defTabSz="712788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Helvetica 75" pitchFamily="34" charset="0"/>
        <a:ea typeface="ＭＳ Ｐゴシック" pitchFamily="34" charset="-128"/>
        <a:cs typeface="+mn-cs"/>
      </a:defRPr>
    </a:lvl4pPr>
    <a:lvl5pPr marL="1425575" indent="403225" algn="l" defTabSz="712788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Helvetica 75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Helvetica 75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Helvetica 75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Helvetica 75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Helvetica 75" pitchFamily="34" charset="0"/>
        <a:ea typeface="ＭＳ Ｐゴシック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range Template" id="{72A0C14C-6D8C-461B-AE2F-1214D784C8B2}">
          <p14:sldIdLst>
            <p14:sldId id="466"/>
            <p14:sldId id="465"/>
          </p14:sldIdLst>
        </p14:section>
        <p14:section name="Layout examples" id="{F43484D3-9E52-4095-9904-499B263F3701}">
          <p14:sldIdLst/>
        </p14:section>
        <p14:section name="Colour Palette" id="{AE15B433-0A86-4570-B52D-23005143A87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3029">
          <p15:clr>
            <a:srgbClr val="A4A3A4"/>
          </p15:clr>
        </p15:guide>
        <p15:guide id="2" orient="horz" pos="2603">
          <p15:clr>
            <a:srgbClr val="A4A3A4"/>
          </p15:clr>
        </p15:guide>
        <p15:guide id="3" orient="horz" pos="2816">
          <p15:clr>
            <a:srgbClr val="A4A3A4"/>
          </p15:clr>
        </p15:guide>
        <p15:guide id="4" orient="horz" pos="607">
          <p15:clr>
            <a:srgbClr val="A4A3A4"/>
          </p15:clr>
        </p15:guide>
        <p15:guide id="5" orient="horz" pos="822">
          <p15:clr>
            <a:srgbClr val="A4A3A4"/>
          </p15:clr>
        </p15:guide>
        <p15:guide id="6" orient="horz" pos="2394">
          <p15:clr>
            <a:srgbClr val="A4A3A4"/>
          </p15:clr>
        </p15:guide>
        <p15:guide id="7" orient="horz" pos="1723">
          <p15:clr>
            <a:srgbClr val="A4A3A4"/>
          </p15:clr>
        </p15:guide>
        <p15:guide id="8" orient="horz" pos="1935">
          <p15:clr>
            <a:srgbClr val="A4A3A4"/>
          </p15:clr>
        </p15:guide>
        <p15:guide id="9" orient="horz" pos="216">
          <p15:clr>
            <a:srgbClr val="A4A3A4"/>
          </p15:clr>
        </p15:guide>
        <p15:guide id="10" pos="5550">
          <p15:clr>
            <a:srgbClr val="A4A3A4"/>
          </p15:clr>
        </p15:guide>
        <p15:guide id="11" pos="214">
          <p15:clr>
            <a:srgbClr val="A4A3A4"/>
          </p15:clr>
        </p15:guide>
        <p15:guide id="12" pos="2775">
          <p15:clr>
            <a:srgbClr val="A4A3A4"/>
          </p15:clr>
        </p15:guide>
        <p15:guide id="13" pos="2985">
          <p15:clr>
            <a:srgbClr val="A4A3A4"/>
          </p15:clr>
        </p15:guide>
        <p15:guide id="14" pos="3888">
          <p15:clr>
            <a:srgbClr val="A4A3A4"/>
          </p15:clr>
        </p15:guide>
        <p15:guide id="15" pos="4100">
          <p15:clr>
            <a:srgbClr val="A4A3A4"/>
          </p15:clr>
        </p15:guide>
        <p15:guide id="16" pos="1877">
          <p15:clr>
            <a:srgbClr val="A4A3A4"/>
          </p15:clr>
        </p15:guide>
        <p15:guide id="17" pos="166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66A6"/>
    <a:srgbClr val="FFEEEB"/>
    <a:srgbClr val="FFDA00"/>
    <a:srgbClr val="595959"/>
    <a:srgbClr val="FFDC00"/>
    <a:srgbClr val="4BB4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81" autoAdjust="0"/>
    <p:restoredTop sz="95681" autoAdjust="0"/>
  </p:normalViewPr>
  <p:slideViewPr>
    <p:cSldViewPr>
      <p:cViewPr varScale="1">
        <p:scale>
          <a:sx n="78" d="100"/>
          <a:sy n="78" d="100"/>
        </p:scale>
        <p:origin x="1212" y="64"/>
      </p:cViewPr>
      <p:guideLst>
        <p:guide orient="horz" pos="3029"/>
        <p:guide orient="horz" pos="2603"/>
        <p:guide orient="horz" pos="2816"/>
        <p:guide orient="horz" pos="607"/>
        <p:guide orient="horz" pos="822"/>
        <p:guide orient="horz" pos="2394"/>
        <p:guide orient="horz" pos="1723"/>
        <p:guide orient="horz" pos="1935"/>
        <p:guide orient="horz" pos="216"/>
        <p:guide pos="5550"/>
        <p:guide pos="214"/>
        <p:guide pos="2775"/>
        <p:guide pos="2985"/>
        <p:guide pos="3888"/>
        <p:guide pos="4100"/>
        <p:guide pos="1877"/>
        <p:guide pos="166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57" d="100"/>
          <a:sy n="57" d="100"/>
        </p:scale>
        <p:origin x="-2766" y="-90"/>
      </p:cViewPr>
      <p:guideLst>
        <p:guide orient="horz" pos="2928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2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1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5" Type="http://schemas.openxmlformats.org/officeDocument/2006/relationships/slideMaster" Target="slideMasters/slideMaster2.xml"/><Relationship Id="rId15" Type="http://schemas.openxmlformats.org/officeDocument/2006/relationships/handoutMaster" Target="handoutMasters/handoutMaster1.xml"/><Relationship Id="rId10" Type="http://schemas.openxmlformats.org/officeDocument/2006/relationships/slideMaster" Target="slideMasters/slideMaster7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CC824B-B566-4F9E-8E0B-192AC83AB3F4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36DA5-BA0A-4CEF-99A9-08EBC71546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7269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413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73892"/>
            <a:ext cx="5486400" cy="3660458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text styles</a:t>
            </a:r>
          </a:p>
          <a:p>
            <a:pPr lvl="1"/>
            <a:r>
              <a:rPr lang="en-GB" altLang="en-US" dirty="0"/>
              <a:t>Second level</a:t>
            </a:r>
          </a:p>
          <a:p>
            <a:pPr lvl="2"/>
            <a:r>
              <a:rPr lang="en-GB" altLang="en-US" dirty="0"/>
              <a:t>Third level</a:t>
            </a:r>
          </a:p>
          <a:p>
            <a:pPr lvl="3"/>
            <a:r>
              <a:rPr lang="en-GB" altLang="en-US" dirty="0"/>
              <a:t>Fourth level</a:t>
            </a:r>
          </a:p>
          <a:p>
            <a:pPr lvl="4"/>
            <a:r>
              <a:rPr lang="en-GB" alt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705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712788" rtl="0" fontAlgn="base">
      <a:spcBef>
        <a:spcPct val="30000"/>
      </a:spcBef>
      <a:spcAft>
        <a:spcPct val="0"/>
      </a:spcAft>
      <a:buFont typeface="Wingdings" panose="05000000000000000000" pitchFamily="2" charset="2"/>
      <a:buNone/>
      <a:defRPr sz="900" kern="1200">
        <a:solidFill>
          <a:schemeClr val="tx1"/>
        </a:solidFill>
        <a:latin typeface="Helvetica 75 Bold" panose="020B0804020202020204" pitchFamily="34" charset="0"/>
        <a:ea typeface="ＭＳ Ｐゴシック" pitchFamily="34" charset="-128"/>
        <a:cs typeface="+mn-cs"/>
      </a:defRPr>
    </a:lvl1pPr>
    <a:lvl2pPr marL="115888" indent="-115888" algn="l" defTabSz="712788" rtl="0" fontAlgn="base">
      <a:spcBef>
        <a:spcPct val="30000"/>
      </a:spcBef>
      <a:spcAft>
        <a:spcPct val="0"/>
      </a:spcAft>
      <a:buFont typeface="Helvetica 75" panose="020B0804020202020204" pitchFamily="34" charset="0"/>
      <a:buChar char="−"/>
      <a:defRPr sz="900" kern="1200">
        <a:solidFill>
          <a:schemeClr val="tx1"/>
        </a:solidFill>
        <a:latin typeface="Helvetica 55 Roman" panose="020B0604020202020204" pitchFamily="34" charset="0"/>
        <a:ea typeface="ＭＳ Ｐゴシック" pitchFamily="34" charset="-128"/>
        <a:cs typeface="+mn-cs"/>
      </a:defRPr>
    </a:lvl2pPr>
    <a:lvl3pPr marL="228600" indent="-112713" algn="l" defTabSz="712788" rtl="0" fontAlgn="base">
      <a:spcBef>
        <a:spcPct val="30000"/>
      </a:spcBef>
      <a:spcAft>
        <a:spcPct val="0"/>
      </a:spcAft>
      <a:buFont typeface="Helvetica 75" panose="020B0804020202020204" pitchFamily="34" charset="0"/>
      <a:buChar char="−"/>
      <a:defRPr sz="900" kern="1200">
        <a:solidFill>
          <a:schemeClr val="tx1"/>
        </a:solidFill>
        <a:latin typeface="Helvetica 55 Roman" panose="020B0604020202020204" pitchFamily="34" charset="0"/>
        <a:ea typeface="ＭＳ Ｐゴシック" pitchFamily="34" charset="-128"/>
        <a:cs typeface="+mn-cs"/>
      </a:defRPr>
    </a:lvl3pPr>
    <a:lvl4pPr marL="342900" indent="-114300" algn="l" defTabSz="712788" rtl="0" fontAlgn="base">
      <a:spcBef>
        <a:spcPct val="30000"/>
      </a:spcBef>
      <a:spcAft>
        <a:spcPct val="0"/>
      </a:spcAft>
      <a:buFont typeface="Helvetica 75" panose="020B0804020202020204" pitchFamily="34" charset="0"/>
      <a:buChar char="−"/>
      <a:defRPr sz="900" kern="1200">
        <a:solidFill>
          <a:schemeClr val="tx1"/>
        </a:solidFill>
        <a:latin typeface="Helvetica 55 Roman" panose="020B0604020202020204" pitchFamily="34" charset="0"/>
        <a:ea typeface="ＭＳ Ｐゴシック" pitchFamily="34" charset="-128"/>
        <a:cs typeface="+mn-cs"/>
      </a:defRPr>
    </a:lvl4pPr>
    <a:lvl5pPr marL="458788" indent="-115888" algn="l" defTabSz="712788" rtl="0" fontAlgn="base">
      <a:spcBef>
        <a:spcPct val="30000"/>
      </a:spcBef>
      <a:spcAft>
        <a:spcPct val="0"/>
      </a:spcAft>
      <a:buFont typeface="Helvetica 75" panose="020B0804020202020204" pitchFamily="34" charset="0"/>
      <a:buChar char="−"/>
      <a:defRPr sz="900" kern="1200">
        <a:solidFill>
          <a:schemeClr val="tx1"/>
        </a:solidFill>
        <a:latin typeface="Helvetica 55 Roman" panose="020B0604020202020204" pitchFamily="34" charset="0"/>
        <a:ea typeface="ＭＳ Ｐゴシック" pitchFamily="34" charset="-128"/>
        <a:cs typeface="+mn-cs"/>
      </a:defRPr>
    </a:lvl5pPr>
    <a:lvl6pPr marL="178308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167951" y="4469074"/>
            <a:ext cx="4237362" cy="4837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39725" y="339725"/>
            <a:ext cx="5832475" cy="3460750"/>
          </a:xfrm>
        </p:spPr>
        <p:txBody>
          <a:bodyPr/>
          <a:lstStyle>
            <a:lvl1pPr>
              <a:lnSpc>
                <a:spcPct val="85000"/>
              </a:lnSpc>
              <a:spcAft>
                <a:spcPts val="3200"/>
              </a:spcAft>
              <a:defRPr sz="5500">
                <a:solidFill>
                  <a:schemeClr val="tx1"/>
                </a:solidFill>
                <a:latin typeface="Helvetica 75 Bold" panose="020B0804020202020204" pitchFamily="34" charset="0"/>
              </a:defRPr>
            </a:lvl1pPr>
            <a:lvl2pPr>
              <a:lnSpc>
                <a:spcPct val="90000"/>
              </a:lnSpc>
              <a:spcAft>
                <a:spcPts val="2400"/>
              </a:spcAft>
              <a:defRPr>
                <a:latin typeface="Helvetica 75 Bold" panose="020B08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508750" y="339725"/>
            <a:ext cx="2301875" cy="3460750"/>
          </a:xfrm>
        </p:spPr>
        <p:txBody>
          <a:bodyPr tIns="109728"/>
          <a:lstStyle>
            <a:lvl1pPr>
              <a:spcAft>
                <a:spcPts val="2400"/>
              </a:spcAft>
              <a:defRPr>
                <a:latin typeface="Helvetica 75 Bold" panose="020B0804020202020204" pitchFamily="34" charset="0"/>
              </a:defRPr>
            </a:lvl1pPr>
            <a:lvl2pPr>
              <a:spcAft>
                <a:spcPts val="2400"/>
              </a:spcAft>
              <a:defRPr>
                <a:latin typeface="Helvetica 75 Bold" panose="020B08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124192341"/>
      </p:ext>
    </p:extLst>
  </p:cSld>
  <p:clrMapOvr>
    <a:masterClrMapping/>
  </p:clrMapOvr>
  <p:transition spd="med">
    <p:fade/>
  </p:transition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726" y="339725"/>
            <a:ext cx="8470899" cy="4130675"/>
          </a:xfrm>
        </p:spPr>
        <p:txBody>
          <a:bodyPr/>
          <a:lstStyle>
            <a:lvl1pPr>
              <a:lnSpc>
                <a:spcPct val="85000"/>
              </a:lnSpc>
              <a:spcAft>
                <a:spcPts val="0"/>
              </a:spcAft>
              <a:defRPr sz="3000">
                <a:solidFill>
                  <a:srgbClr val="FF6600"/>
                </a:solidFill>
                <a:latin typeface="Helvetica 75 Bold" panose="020B0804020202020204" pitchFamily="34" charset="0"/>
              </a:defRPr>
            </a:lvl1pPr>
            <a:lvl2pPr marL="401638" indent="-401638">
              <a:lnSpc>
                <a:spcPct val="85000"/>
              </a:lnSpc>
              <a:spcAft>
                <a:spcPts val="0"/>
              </a:spcAft>
              <a:buFont typeface="+mj-lt"/>
              <a:buAutoNum type="arabicPeriod"/>
              <a:defRPr sz="3000">
                <a:latin typeface="Helvetica 75 Bold" panose="020B0804020202020204" pitchFamily="34" charset="0"/>
              </a:defRPr>
            </a:lvl2pPr>
            <a:lvl3pPr marL="0" indent="0">
              <a:lnSpc>
                <a:spcPct val="85000"/>
              </a:lnSpc>
              <a:spcAft>
                <a:spcPts val="800"/>
              </a:spcAft>
              <a:buFont typeface="+mj-lt"/>
              <a:buNone/>
              <a:defRPr sz="3000"/>
            </a:lvl3pPr>
            <a:lvl4pPr marL="0" indent="0">
              <a:lnSpc>
                <a:spcPct val="85000"/>
              </a:lnSpc>
              <a:spcAft>
                <a:spcPts val="800"/>
              </a:spcAft>
              <a:buFont typeface="+mj-lt"/>
              <a:buNone/>
              <a:defRPr sz="3000"/>
            </a:lvl4pPr>
            <a:lvl5pPr marL="0" indent="0">
              <a:lnSpc>
                <a:spcPct val="85000"/>
              </a:lnSpc>
              <a:spcAft>
                <a:spcPts val="800"/>
              </a:spcAft>
              <a:buFont typeface="+mj-lt"/>
              <a:buNone/>
              <a:defRPr sz="3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24001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726" y="339725"/>
            <a:ext cx="8470899" cy="4130675"/>
          </a:xfrm>
        </p:spPr>
        <p:txBody>
          <a:bodyPr/>
          <a:lstStyle>
            <a:lvl1pPr>
              <a:lnSpc>
                <a:spcPct val="85000"/>
              </a:lnSpc>
              <a:spcAft>
                <a:spcPts val="3200"/>
              </a:spcAft>
              <a:defRPr sz="5500">
                <a:solidFill>
                  <a:schemeClr val="tx1"/>
                </a:solidFill>
                <a:latin typeface="Helvetica 75 Bold" panose="020B0804020202020204" pitchFamily="34" charset="0"/>
              </a:defRPr>
            </a:lvl1pPr>
            <a:lvl2pPr>
              <a:lnSpc>
                <a:spcPct val="90000"/>
              </a:lnSpc>
              <a:spcAft>
                <a:spcPts val="2400"/>
              </a:spcAft>
              <a:defRPr sz="1400">
                <a:latin typeface="Helvetica 75 Bold" panose="020B0804020202020204" pitchFamily="34" charset="0"/>
              </a:defRPr>
            </a:lvl2pPr>
            <a:lvl3pPr marL="0" indent="0">
              <a:lnSpc>
                <a:spcPct val="85000"/>
              </a:lnSpc>
              <a:spcAft>
                <a:spcPts val="800"/>
              </a:spcAft>
              <a:buNone/>
              <a:defRPr sz="1200"/>
            </a:lvl3pPr>
            <a:lvl4pPr>
              <a:lnSpc>
                <a:spcPct val="85000"/>
              </a:lnSpc>
              <a:spcAft>
                <a:spcPts val="800"/>
              </a:spcAft>
              <a:defRPr sz="5500"/>
            </a:lvl4pPr>
            <a:lvl5pPr>
              <a:lnSpc>
                <a:spcPct val="85000"/>
              </a:lnSpc>
              <a:spcAft>
                <a:spcPts val="800"/>
              </a:spcAft>
              <a:defRPr sz="5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02315388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725" y="339725"/>
            <a:ext cx="8470900" cy="623888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2000">
                <a:solidFill>
                  <a:srgbClr val="FF6600"/>
                </a:solidFill>
                <a:latin typeface="Helvetica 75 Bold" panose="020B08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726" y="1304924"/>
            <a:ext cx="8470899" cy="3165475"/>
          </a:xfrm>
        </p:spPr>
        <p:txBody>
          <a:bodyPr/>
          <a:lstStyle>
            <a:lvl1pPr>
              <a:lnSpc>
                <a:spcPct val="90000"/>
              </a:lnSpc>
              <a:spcAft>
                <a:spcPts val="800"/>
              </a:spcAft>
              <a:defRPr sz="1400">
                <a:solidFill>
                  <a:srgbClr val="FF6600"/>
                </a:solidFill>
                <a:latin typeface="Helvetica 75 Bold" panose="020B0804020202020204" pitchFamily="34" charset="0"/>
              </a:defRPr>
            </a:lvl1pPr>
            <a:lvl2pPr>
              <a:lnSpc>
                <a:spcPct val="90000"/>
              </a:lnSpc>
              <a:spcAft>
                <a:spcPts val="800"/>
              </a:spcAft>
              <a:defRPr sz="1400">
                <a:latin typeface="Helvetica 75 Bold" panose="020B0804020202020204" pitchFamily="34" charset="0"/>
              </a:defRPr>
            </a:lvl2pPr>
            <a:lvl3pPr>
              <a:lnSpc>
                <a:spcPct val="90000"/>
              </a:lnSpc>
              <a:spcAft>
                <a:spcPts val="800"/>
              </a:spcAft>
              <a:defRPr sz="1400">
                <a:latin typeface="Helvetica 75 Bold" panose="020B0804020202020204" pitchFamily="34" charset="0"/>
              </a:defRPr>
            </a:lvl3pPr>
            <a:lvl4pPr>
              <a:lnSpc>
                <a:spcPct val="90000"/>
              </a:lnSpc>
              <a:spcAft>
                <a:spcPts val="800"/>
              </a:spcAft>
              <a:defRPr sz="1400">
                <a:latin typeface="Helvetica 75 Bold" panose="020B0804020202020204" pitchFamily="34" charset="0"/>
              </a:defRPr>
            </a:lvl4pPr>
            <a:lvl5pPr>
              <a:lnSpc>
                <a:spcPct val="90000"/>
              </a:lnSpc>
              <a:spcAft>
                <a:spcPts val="800"/>
              </a:spcAft>
              <a:defRPr sz="1400">
                <a:latin typeface="Helvetica 75 Bold" panose="020B08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124526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725" y="339724"/>
            <a:ext cx="8470900" cy="623889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2000">
                <a:solidFill>
                  <a:srgbClr val="FF6600"/>
                </a:solidFill>
                <a:latin typeface="Helvetica 75 Bold" panose="020B08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724" y="1304925"/>
            <a:ext cx="4065589" cy="3165474"/>
          </a:xfrm>
        </p:spPr>
        <p:txBody>
          <a:bodyPr/>
          <a:lstStyle>
            <a:lvl1pPr>
              <a:lnSpc>
                <a:spcPct val="90000"/>
              </a:lnSpc>
              <a:spcAft>
                <a:spcPts val="800"/>
              </a:spcAft>
              <a:defRPr>
                <a:solidFill>
                  <a:srgbClr val="FF6600"/>
                </a:solidFill>
                <a:latin typeface="Helvetica 75 Bold" panose="020B0804020202020204" pitchFamily="34" charset="0"/>
              </a:defRPr>
            </a:lvl1pPr>
            <a:lvl2pPr>
              <a:lnSpc>
                <a:spcPct val="90000"/>
              </a:lnSpc>
              <a:spcAft>
                <a:spcPts val="800"/>
              </a:spcAft>
              <a:defRPr>
                <a:latin typeface="Helvetica 75 Bold" panose="020B0804020202020204" pitchFamily="34" charset="0"/>
              </a:defRPr>
            </a:lvl2pPr>
            <a:lvl3pPr>
              <a:lnSpc>
                <a:spcPct val="90000"/>
              </a:lnSpc>
              <a:spcAft>
                <a:spcPts val="800"/>
              </a:spcAft>
              <a:defRPr>
                <a:latin typeface="Helvetica 75 Bold" panose="020B0804020202020204" pitchFamily="34" charset="0"/>
              </a:defRPr>
            </a:lvl3pPr>
            <a:lvl4pPr>
              <a:lnSpc>
                <a:spcPct val="90000"/>
              </a:lnSpc>
              <a:spcAft>
                <a:spcPts val="800"/>
              </a:spcAft>
              <a:defRPr>
                <a:latin typeface="Helvetica 75 Bold" panose="020B0804020202020204" pitchFamily="34" charset="0"/>
              </a:defRPr>
            </a:lvl4pPr>
            <a:lvl5pPr>
              <a:lnSpc>
                <a:spcPct val="90000"/>
              </a:lnSpc>
              <a:spcAft>
                <a:spcPts val="800"/>
              </a:spcAft>
              <a:defRPr>
                <a:latin typeface="Helvetica 75 Bold" panose="020B08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4738688" y="1304925"/>
            <a:ext cx="4065589" cy="3165474"/>
          </a:xfrm>
        </p:spPr>
        <p:txBody>
          <a:bodyPr/>
          <a:lstStyle>
            <a:lvl1pPr>
              <a:lnSpc>
                <a:spcPct val="90000"/>
              </a:lnSpc>
              <a:spcAft>
                <a:spcPts val="800"/>
              </a:spcAft>
              <a:defRPr>
                <a:solidFill>
                  <a:srgbClr val="FF6600"/>
                </a:solidFill>
                <a:latin typeface="Helvetica 75 Bold" panose="020B0804020202020204" pitchFamily="34" charset="0"/>
              </a:defRPr>
            </a:lvl1pPr>
            <a:lvl2pPr>
              <a:lnSpc>
                <a:spcPct val="90000"/>
              </a:lnSpc>
              <a:spcAft>
                <a:spcPts val="800"/>
              </a:spcAft>
              <a:defRPr>
                <a:latin typeface="Helvetica 75 Bold" panose="020B0804020202020204" pitchFamily="34" charset="0"/>
              </a:defRPr>
            </a:lvl2pPr>
            <a:lvl3pPr>
              <a:lnSpc>
                <a:spcPct val="90000"/>
              </a:lnSpc>
              <a:spcAft>
                <a:spcPts val="800"/>
              </a:spcAft>
              <a:defRPr>
                <a:latin typeface="Helvetica 75 Bold" panose="020B0804020202020204" pitchFamily="34" charset="0"/>
              </a:defRPr>
            </a:lvl3pPr>
            <a:lvl4pPr>
              <a:lnSpc>
                <a:spcPct val="90000"/>
              </a:lnSpc>
              <a:spcAft>
                <a:spcPts val="800"/>
              </a:spcAft>
              <a:defRPr>
                <a:latin typeface="Helvetica 75 Bold" panose="020B0804020202020204" pitchFamily="34" charset="0"/>
              </a:defRPr>
            </a:lvl4pPr>
            <a:lvl5pPr>
              <a:lnSpc>
                <a:spcPct val="90000"/>
              </a:lnSpc>
              <a:spcAft>
                <a:spcPts val="800"/>
              </a:spcAft>
              <a:defRPr>
                <a:latin typeface="Helvetica 75 Bold" panose="020B08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600098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726" y="1304925"/>
            <a:ext cx="8470899" cy="3165475"/>
          </a:xfrm>
        </p:spPr>
        <p:txBody>
          <a:bodyPr/>
          <a:lstStyle>
            <a:lvl1pPr>
              <a:lnSpc>
                <a:spcPct val="85000"/>
              </a:lnSpc>
              <a:spcAft>
                <a:spcPts val="2400"/>
              </a:spcAft>
              <a:defRPr sz="3000">
                <a:solidFill>
                  <a:schemeClr val="tx1"/>
                </a:solidFill>
                <a:latin typeface="Helvetica 75 Bold" panose="020B0804020202020204" pitchFamily="34" charset="0"/>
              </a:defRPr>
            </a:lvl1pPr>
            <a:lvl2pPr>
              <a:lnSpc>
                <a:spcPct val="90000"/>
              </a:lnSpc>
              <a:spcAft>
                <a:spcPts val="800"/>
              </a:spcAft>
              <a:defRPr sz="1400">
                <a:solidFill>
                  <a:schemeClr val="tx1"/>
                </a:solidFill>
                <a:latin typeface="Helvetica 75 Bold" panose="020B0804020202020204" pitchFamily="34" charset="0"/>
              </a:defRPr>
            </a:lvl2pPr>
            <a:lvl3pPr>
              <a:lnSpc>
                <a:spcPct val="90000"/>
              </a:lnSpc>
              <a:spcAft>
                <a:spcPts val="800"/>
              </a:spcAft>
              <a:defRPr sz="1400">
                <a:solidFill>
                  <a:schemeClr val="tx1"/>
                </a:solidFill>
                <a:latin typeface="Helvetica 75 Bold" panose="020B0804020202020204" pitchFamily="34" charset="0"/>
              </a:defRPr>
            </a:lvl3pPr>
            <a:lvl4pPr>
              <a:lnSpc>
                <a:spcPct val="90000"/>
              </a:lnSpc>
              <a:spcAft>
                <a:spcPts val="800"/>
              </a:spcAft>
              <a:defRPr sz="1400">
                <a:solidFill>
                  <a:schemeClr val="tx1"/>
                </a:solidFill>
                <a:latin typeface="Helvetica 75 Bold" panose="020B0804020202020204" pitchFamily="34" charset="0"/>
              </a:defRPr>
            </a:lvl4pPr>
            <a:lvl5pPr>
              <a:lnSpc>
                <a:spcPct val="90000"/>
              </a:lnSpc>
              <a:spcAft>
                <a:spcPts val="800"/>
              </a:spcAft>
              <a:defRPr sz="1400">
                <a:solidFill>
                  <a:schemeClr val="tx1"/>
                </a:solidFill>
                <a:latin typeface="Helvetica 75 Bold" panose="020B08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39725" y="339724"/>
            <a:ext cx="8470900" cy="623889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2000">
                <a:solidFill>
                  <a:srgbClr val="FF6600"/>
                </a:solidFill>
                <a:latin typeface="Helvetica 75 Bold" panose="020B08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914181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726" y="339725"/>
            <a:ext cx="8470899" cy="4130675"/>
          </a:xfrm>
        </p:spPr>
        <p:txBody>
          <a:bodyPr/>
          <a:lstStyle>
            <a:lvl1pPr>
              <a:lnSpc>
                <a:spcPct val="85000"/>
              </a:lnSpc>
              <a:spcAft>
                <a:spcPts val="2400"/>
              </a:spcAft>
              <a:defRPr sz="3000">
                <a:solidFill>
                  <a:schemeClr val="tx1"/>
                </a:solidFill>
                <a:latin typeface="Helvetica 75 Bold" panose="020B0804020202020204" pitchFamily="34" charset="0"/>
              </a:defRPr>
            </a:lvl1pPr>
            <a:lvl2pPr>
              <a:lnSpc>
                <a:spcPct val="90000"/>
              </a:lnSpc>
              <a:spcAft>
                <a:spcPts val="800"/>
              </a:spcAft>
              <a:defRPr sz="1400">
                <a:solidFill>
                  <a:schemeClr val="tx1"/>
                </a:solidFill>
                <a:latin typeface="Helvetica 75 Bold" panose="020B0804020202020204" pitchFamily="34" charset="0"/>
              </a:defRPr>
            </a:lvl2pPr>
            <a:lvl3pPr>
              <a:lnSpc>
                <a:spcPct val="90000"/>
              </a:lnSpc>
              <a:spcAft>
                <a:spcPts val="800"/>
              </a:spcAft>
              <a:defRPr sz="1400">
                <a:solidFill>
                  <a:schemeClr val="tx1"/>
                </a:solidFill>
                <a:latin typeface="Helvetica 75 Bold" panose="020B0804020202020204" pitchFamily="34" charset="0"/>
              </a:defRPr>
            </a:lvl3pPr>
            <a:lvl4pPr>
              <a:lnSpc>
                <a:spcPct val="90000"/>
              </a:lnSpc>
              <a:spcAft>
                <a:spcPts val="800"/>
              </a:spcAft>
              <a:defRPr sz="1400">
                <a:solidFill>
                  <a:schemeClr val="tx1"/>
                </a:solidFill>
                <a:latin typeface="Helvetica 75 Bold" panose="020B0804020202020204" pitchFamily="34" charset="0"/>
              </a:defRPr>
            </a:lvl4pPr>
            <a:lvl5pPr>
              <a:lnSpc>
                <a:spcPct val="90000"/>
              </a:lnSpc>
              <a:spcAft>
                <a:spcPts val="800"/>
              </a:spcAft>
              <a:defRPr sz="1400">
                <a:solidFill>
                  <a:schemeClr val="tx1"/>
                </a:solidFill>
                <a:latin typeface="Helvetica 75 Bold" panose="020B08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666161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spcAft>
                <a:spcPts val="0"/>
              </a:spcAft>
              <a:defRPr>
                <a:solidFill>
                  <a:srgbClr val="FF6600"/>
                </a:solidFill>
                <a:latin typeface="Helvetica 75 Bold" panose="020B08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569915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763280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167951" y="4469074"/>
            <a:ext cx="4237362" cy="4837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39725" y="339725"/>
            <a:ext cx="5832475" cy="3460750"/>
          </a:xfrm>
        </p:spPr>
        <p:txBody>
          <a:bodyPr/>
          <a:lstStyle>
            <a:lvl1pPr>
              <a:lnSpc>
                <a:spcPct val="85000"/>
              </a:lnSpc>
              <a:spcAft>
                <a:spcPts val="3200"/>
              </a:spcAft>
              <a:defRPr sz="5500">
                <a:solidFill>
                  <a:schemeClr val="tx1"/>
                </a:solidFill>
                <a:latin typeface="Helvetica 75 Bold" panose="020B0804020202020204" pitchFamily="34" charset="0"/>
              </a:defRPr>
            </a:lvl1pPr>
            <a:lvl2pPr>
              <a:lnSpc>
                <a:spcPct val="90000"/>
              </a:lnSpc>
              <a:spcAft>
                <a:spcPts val="2400"/>
              </a:spcAft>
              <a:defRPr>
                <a:latin typeface="Helvetica 75 Bold" panose="020B080402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508750" y="339725"/>
            <a:ext cx="2301875" cy="3460750"/>
          </a:xfrm>
        </p:spPr>
        <p:txBody>
          <a:bodyPr tIns="109728"/>
          <a:lstStyle>
            <a:lvl1pPr>
              <a:spcAft>
                <a:spcPts val="2400"/>
              </a:spcAft>
              <a:defRPr>
                <a:latin typeface="Helvetica 75 Bold" panose="020B0804020202020204" pitchFamily="34" charset="0"/>
              </a:defRPr>
            </a:lvl1pPr>
            <a:lvl2pPr>
              <a:spcAft>
                <a:spcPts val="2400"/>
              </a:spcAft>
              <a:defRPr>
                <a:latin typeface="Helvetica 75 Bold" panose="020B080402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339725" y="4130674"/>
            <a:ext cx="676803" cy="676803"/>
            <a:chOff x="360362" y="1781889"/>
            <a:chExt cx="1144765" cy="1144191"/>
          </a:xfrm>
        </p:grpSpPr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360362" y="1781889"/>
              <a:ext cx="1144765" cy="1144191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Helvetica 75 Bold" panose="020B0804020202020204" pitchFamily="34" charset="0"/>
              </a:endParaRPr>
            </a:p>
          </p:txBody>
        </p:sp>
        <p:sp>
          <p:nvSpPr>
            <p:cNvPr id="8" name="Freeform 7"/>
            <p:cNvSpPr>
              <a:spLocks noEditPoints="1"/>
            </p:cNvSpPr>
            <p:nvPr/>
          </p:nvSpPr>
          <p:spPr bwMode="auto">
            <a:xfrm>
              <a:off x="702813" y="2650392"/>
              <a:ext cx="142160" cy="166334"/>
            </a:xfrm>
            <a:custGeom>
              <a:avLst/>
              <a:gdLst>
                <a:gd name="T0" fmla="*/ 31 w 104"/>
                <a:gd name="T1" fmla="*/ 85 h 122"/>
                <a:gd name="T2" fmla="*/ 45 w 104"/>
                <a:gd name="T3" fmla="*/ 101 h 122"/>
                <a:gd name="T4" fmla="*/ 73 w 104"/>
                <a:gd name="T5" fmla="*/ 88 h 122"/>
                <a:gd name="T6" fmla="*/ 73 w 104"/>
                <a:gd name="T7" fmla="*/ 60 h 122"/>
                <a:gd name="T8" fmla="*/ 31 w 104"/>
                <a:gd name="T9" fmla="*/ 85 h 122"/>
                <a:gd name="T10" fmla="*/ 74 w 104"/>
                <a:gd name="T11" fmla="*/ 110 h 122"/>
                <a:gd name="T12" fmla="*/ 35 w 104"/>
                <a:gd name="T13" fmla="*/ 122 h 122"/>
                <a:gd name="T14" fmla="*/ 0 w 104"/>
                <a:gd name="T15" fmla="*/ 88 h 122"/>
                <a:gd name="T16" fmla="*/ 74 w 104"/>
                <a:gd name="T17" fmla="*/ 42 h 122"/>
                <a:gd name="T18" fmla="*/ 74 w 104"/>
                <a:gd name="T19" fmla="*/ 35 h 122"/>
                <a:gd name="T20" fmla="*/ 56 w 104"/>
                <a:gd name="T21" fmla="*/ 22 h 122"/>
                <a:gd name="T22" fmla="*/ 27 w 104"/>
                <a:gd name="T23" fmla="*/ 35 h 122"/>
                <a:gd name="T24" fmla="*/ 6 w 104"/>
                <a:gd name="T25" fmla="*/ 23 h 122"/>
                <a:gd name="T26" fmla="*/ 56 w 104"/>
                <a:gd name="T27" fmla="*/ 0 h 122"/>
                <a:gd name="T28" fmla="*/ 104 w 104"/>
                <a:gd name="T29" fmla="*/ 35 h 122"/>
                <a:gd name="T30" fmla="*/ 104 w 104"/>
                <a:gd name="T31" fmla="*/ 120 h 122"/>
                <a:gd name="T32" fmla="*/ 77 w 104"/>
                <a:gd name="T33" fmla="*/ 120 h 122"/>
                <a:gd name="T34" fmla="*/ 74 w 104"/>
                <a:gd name="T35" fmla="*/ 11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04" h="122">
                  <a:moveTo>
                    <a:pt x="31" y="85"/>
                  </a:moveTo>
                  <a:cubicBezTo>
                    <a:pt x="31" y="93"/>
                    <a:pt x="36" y="101"/>
                    <a:pt x="45" y="101"/>
                  </a:cubicBezTo>
                  <a:cubicBezTo>
                    <a:pt x="54" y="101"/>
                    <a:pt x="64" y="97"/>
                    <a:pt x="73" y="88"/>
                  </a:cubicBezTo>
                  <a:cubicBezTo>
                    <a:pt x="73" y="60"/>
                    <a:pt x="73" y="60"/>
                    <a:pt x="73" y="60"/>
                  </a:cubicBezTo>
                  <a:cubicBezTo>
                    <a:pt x="44" y="64"/>
                    <a:pt x="31" y="71"/>
                    <a:pt x="31" y="85"/>
                  </a:cubicBezTo>
                  <a:moveTo>
                    <a:pt x="74" y="110"/>
                  </a:moveTo>
                  <a:cubicBezTo>
                    <a:pt x="62" y="118"/>
                    <a:pt x="49" y="122"/>
                    <a:pt x="35" y="122"/>
                  </a:cubicBezTo>
                  <a:cubicBezTo>
                    <a:pt x="13" y="122"/>
                    <a:pt x="0" y="107"/>
                    <a:pt x="0" y="88"/>
                  </a:cubicBezTo>
                  <a:cubicBezTo>
                    <a:pt x="0" y="61"/>
                    <a:pt x="24" y="47"/>
                    <a:pt x="74" y="42"/>
                  </a:cubicBezTo>
                  <a:cubicBezTo>
                    <a:pt x="74" y="35"/>
                    <a:pt x="74" y="35"/>
                    <a:pt x="74" y="35"/>
                  </a:cubicBezTo>
                  <a:cubicBezTo>
                    <a:pt x="74" y="27"/>
                    <a:pt x="68" y="22"/>
                    <a:pt x="56" y="22"/>
                  </a:cubicBezTo>
                  <a:cubicBezTo>
                    <a:pt x="44" y="22"/>
                    <a:pt x="34" y="26"/>
                    <a:pt x="27" y="35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17" y="8"/>
                    <a:pt x="34" y="0"/>
                    <a:pt x="56" y="0"/>
                  </a:cubicBezTo>
                  <a:cubicBezTo>
                    <a:pt x="87" y="0"/>
                    <a:pt x="104" y="14"/>
                    <a:pt x="104" y="35"/>
                  </a:cubicBezTo>
                  <a:cubicBezTo>
                    <a:pt x="104" y="35"/>
                    <a:pt x="104" y="120"/>
                    <a:pt x="104" y="120"/>
                  </a:cubicBezTo>
                  <a:cubicBezTo>
                    <a:pt x="77" y="120"/>
                    <a:pt x="77" y="120"/>
                    <a:pt x="77" y="120"/>
                  </a:cubicBezTo>
                  <a:lnTo>
                    <a:pt x="74" y="1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 75 Bold" panose="020B0804020202020204" pitchFamily="34" charset="0"/>
              </a:endParaRPr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878931" y="2650392"/>
              <a:ext cx="143311" cy="164031"/>
            </a:xfrm>
            <a:custGeom>
              <a:avLst/>
              <a:gdLst>
                <a:gd name="T0" fmla="*/ 0 w 105"/>
                <a:gd name="T1" fmla="*/ 6 h 120"/>
                <a:gd name="T2" fmla="*/ 25 w 105"/>
                <a:gd name="T3" fmla="*/ 2 h 120"/>
                <a:gd name="T4" fmla="*/ 28 w 105"/>
                <a:gd name="T5" fmla="*/ 16 h 120"/>
                <a:gd name="T6" fmla="*/ 68 w 105"/>
                <a:gd name="T7" fmla="*/ 0 h 120"/>
                <a:gd name="T8" fmla="*/ 105 w 105"/>
                <a:gd name="T9" fmla="*/ 38 h 120"/>
                <a:gd name="T10" fmla="*/ 105 w 105"/>
                <a:gd name="T11" fmla="*/ 120 h 120"/>
                <a:gd name="T12" fmla="*/ 74 w 105"/>
                <a:gd name="T13" fmla="*/ 120 h 120"/>
                <a:gd name="T14" fmla="*/ 74 w 105"/>
                <a:gd name="T15" fmla="*/ 44 h 120"/>
                <a:gd name="T16" fmla="*/ 59 w 105"/>
                <a:gd name="T17" fmla="*/ 23 h 120"/>
                <a:gd name="T18" fmla="*/ 30 w 105"/>
                <a:gd name="T19" fmla="*/ 36 h 120"/>
                <a:gd name="T20" fmla="*/ 30 w 105"/>
                <a:gd name="T21" fmla="*/ 120 h 120"/>
                <a:gd name="T22" fmla="*/ 0 w 105"/>
                <a:gd name="T23" fmla="*/ 120 h 120"/>
                <a:gd name="T24" fmla="*/ 0 w 105"/>
                <a:gd name="T25" fmla="*/ 6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5" h="120">
                  <a:moveTo>
                    <a:pt x="0" y="6"/>
                  </a:moveTo>
                  <a:cubicBezTo>
                    <a:pt x="25" y="2"/>
                    <a:pt x="25" y="2"/>
                    <a:pt x="25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42" y="6"/>
                    <a:pt x="54" y="0"/>
                    <a:pt x="68" y="0"/>
                  </a:cubicBezTo>
                  <a:cubicBezTo>
                    <a:pt x="92" y="0"/>
                    <a:pt x="105" y="13"/>
                    <a:pt x="105" y="38"/>
                  </a:cubicBezTo>
                  <a:cubicBezTo>
                    <a:pt x="105" y="120"/>
                    <a:pt x="105" y="120"/>
                    <a:pt x="105" y="120"/>
                  </a:cubicBezTo>
                  <a:cubicBezTo>
                    <a:pt x="74" y="120"/>
                    <a:pt x="74" y="120"/>
                    <a:pt x="74" y="120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29"/>
                    <a:pt x="70" y="23"/>
                    <a:pt x="59" y="23"/>
                  </a:cubicBezTo>
                  <a:cubicBezTo>
                    <a:pt x="50" y="23"/>
                    <a:pt x="41" y="27"/>
                    <a:pt x="30" y="36"/>
                  </a:cubicBezTo>
                  <a:cubicBezTo>
                    <a:pt x="30" y="120"/>
                    <a:pt x="30" y="120"/>
                    <a:pt x="30" y="120"/>
                  </a:cubicBezTo>
                  <a:cubicBezTo>
                    <a:pt x="0" y="120"/>
                    <a:pt x="0" y="120"/>
                    <a:pt x="0" y="120"/>
                  </a:cubicBez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 75 Bold" panose="020B0804020202020204" pitchFamily="34" charset="0"/>
              </a:endParaRPr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auto">
            <a:xfrm>
              <a:off x="1225411" y="2650392"/>
              <a:ext cx="149067" cy="166334"/>
            </a:xfrm>
            <a:custGeom>
              <a:avLst/>
              <a:gdLst>
                <a:gd name="T0" fmla="*/ 79 w 109"/>
                <a:gd name="T1" fmla="*/ 46 h 122"/>
                <a:gd name="T2" fmla="*/ 55 w 109"/>
                <a:gd name="T3" fmla="*/ 21 h 122"/>
                <a:gd name="T4" fmla="*/ 31 w 109"/>
                <a:gd name="T5" fmla="*/ 46 h 122"/>
                <a:gd name="T6" fmla="*/ 79 w 109"/>
                <a:gd name="T7" fmla="*/ 46 h 122"/>
                <a:gd name="T8" fmla="*/ 56 w 109"/>
                <a:gd name="T9" fmla="*/ 122 h 122"/>
                <a:gd name="T10" fmla="*/ 0 w 109"/>
                <a:gd name="T11" fmla="*/ 62 h 122"/>
                <a:gd name="T12" fmla="*/ 55 w 109"/>
                <a:gd name="T13" fmla="*/ 0 h 122"/>
                <a:gd name="T14" fmla="*/ 109 w 109"/>
                <a:gd name="T15" fmla="*/ 60 h 122"/>
                <a:gd name="T16" fmla="*/ 109 w 109"/>
                <a:gd name="T17" fmla="*/ 66 h 122"/>
                <a:gd name="T18" fmla="*/ 31 w 109"/>
                <a:gd name="T19" fmla="*/ 66 h 122"/>
                <a:gd name="T20" fmla="*/ 58 w 109"/>
                <a:gd name="T21" fmla="*/ 100 h 122"/>
                <a:gd name="T22" fmla="*/ 85 w 109"/>
                <a:gd name="T23" fmla="*/ 84 h 122"/>
                <a:gd name="T24" fmla="*/ 108 w 109"/>
                <a:gd name="T25" fmla="*/ 97 h 122"/>
                <a:gd name="T26" fmla="*/ 56 w 109"/>
                <a:gd name="T27" fmla="*/ 12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9" h="122">
                  <a:moveTo>
                    <a:pt x="79" y="46"/>
                  </a:moveTo>
                  <a:cubicBezTo>
                    <a:pt x="79" y="30"/>
                    <a:pt x="70" y="21"/>
                    <a:pt x="55" y="21"/>
                  </a:cubicBezTo>
                  <a:cubicBezTo>
                    <a:pt x="41" y="21"/>
                    <a:pt x="32" y="30"/>
                    <a:pt x="31" y="46"/>
                  </a:cubicBezTo>
                  <a:lnTo>
                    <a:pt x="79" y="46"/>
                  </a:lnTo>
                  <a:close/>
                  <a:moveTo>
                    <a:pt x="56" y="122"/>
                  </a:moveTo>
                  <a:cubicBezTo>
                    <a:pt x="21" y="122"/>
                    <a:pt x="0" y="100"/>
                    <a:pt x="0" y="62"/>
                  </a:cubicBezTo>
                  <a:cubicBezTo>
                    <a:pt x="0" y="22"/>
                    <a:pt x="21" y="0"/>
                    <a:pt x="55" y="0"/>
                  </a:cubicBezTo>
                  <a:cubicBezTo>
                    <a:pt x="89" y="0"/>
                    <a:pt x="109" y="22"/>
                    <a:pt x="109" y="60"/>
                  </a:cubicBezTo>
                  <a:cubicBezTo>
                    <a:pt x="109" y="62"/>
                    <a:pt x="109" y="64"/>
                    <a:pt x="109" y="66"/>
                  </a:cubicBezTo>
                  <a:cubicBezTo>
                    <a:pt x="31" y="66"/>
                    <a:pt x="31" y="66"/>
                    <a:pt x="31" y="66"/>
                  </a:cubicBezTo>
                  <a:cubicBezTo>
                    <a:pt x="31" y="88"/>
                    <a:pt x="40" y="100"/>
                    <a:pt x="58" y="100"/>
                  </a:cubicBezTo>
                  <a:cubicBezTo>
                    <a:pt x="70" y="100"/>
                    <a:pt x="78" y="95"/>
                    <a:pt x="85" y="84"/>
                  </a:cubicBezTo>
                  <a:cubicBezTo>
                    <a:pt x="108" y="97"/>
                    <a:pt x="108" y="97"/>
                    <a:pt x="108" y="97"/>
                  </a:cubicBezTo>
                  <a:cubicBezTo>
                    <a:pt x="98" y="114"/>
                    <a:pt x="80" y="122"/>
                    <a:pt x="56" y="12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 75 Bold" panose="020B0804020202020204" pitchFamily="34" charset="0"/>
              </a:endParaRPr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415039" y="2650392"/>
              <a:ext cx="158276" cy="169211"/>
            </a:xfrm>
            <a:custGeom>
              <a:avLst/>
              <a:gdLst>
                <a:gd name="T0" fmla="*/ 58 w 116"/>
                <a:gd name="T1" fmla="*/ 26 h 124"/>
                <a:gd name="T2" fmla="*/ 31 w 116"/>
                <a:gd name="T3" fmla="*/ 62 h 124"/>
                <a:gd name="T4" fmla="*/ 58 w 116"/>
                <a:gd name="T5" fmla="*/ 98 h 124"/>
                <a:gd name="T6" fmla="*/ 85 w 116"/>
                <a:gd name="T7" fmla="*/ 62 h 124"/>
                <a:gd name="T8" fmla="*/ 58 w 116"/>
                <a:gd name="T9" fmla="*/ 26 h 124"/>
                <a:gd name="T10" fmla="*/ 58 w 116"/>
                <a:gd name="T11" fmla="*/ 124 h 124"/>
                <a:gd name="T12" fmla="*/ 0 w 116"/>
                <a:gd name="T13" fmla="*/ 62 h 124"/>
                <a:gd name="T14" fmla="*/ 58 w 116"/>
                <a:gd name="T15" fmla="*/ 0 h 124"/>
                <a:gd name="T16" fmla="*/ 116 w 116"/>
                <a:gd name="T17" fmla="*/ 62 h 124"/>
                <a:gd name="T18" fmla="*/ 58 w 116"/>
                <a:gd name="T19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124">
                  <a:moveTo>
                    <a:pt x="58" y="26"/>
                  </a:moveTo>
                  <a:cubicBezTo>
                    <a:pt x="35" y="26"/>
                    <a:pt x="31" y="47"/>
                    <a:pt x="31" y="62"/>
                  </a:cubicBezTo>
                  <a:cubicBezTo>
                    <a:pt x="31" y="77"/>
                    <a:pt x="35" y="98"/>
                    <a:pt x="58" y="98"/>
                  </a:cubicBezTo>
                  <a:cubicBezTo>
                    <a:pt x="81" y="98"/>
                    <a:pt x="85" y="77"/>
                    <a:pt x="85" y="62"/>
                  </a:cubicBezTo>
                  <a:cubicBezTo>
                    <a:pt x="85" y="47"/>
                    <a:pt x="81" y="26"/>
                    <a:pt x="58" y="26"/>
                  </a:cubicBezTo>
                  <a:moveTo>
                    <a:pt x="58" y="124"/>
                  </a:moveTo>
                  <a:cubicBezTo>
                    <a:pt x="27" y="124"/>
                    <a:pt x="0" y="104"/>
                    <a:pt x="0" y="62"/>
                  </a:cubicBezTo>
                  <a:cubicBezTo>
                    <a:pt x="0" y="19"/>
                    <a:pt x="27" y="0"/>
                    <a:pt x="58" y="0"/>
                  </a:cubicBezTo>
                  <a:cubicBezTo>
                    <a:pt x="88" y="0"/>
                    <a:pt x="116" y="19"/>
                    <a:pt x="116" y="62"/>
                  </a:cubicBezTo>
                  <a:cubicBezTo>
                    <a:pt x="116" y="104"/>
                    <a:pt x="88" y="124"/>
                    <a:pt x="58" y="12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 75 Bold" panose="020B0804020202020204" pitchFamily="34" charset="0"/>
              </a:endParaRPr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602092" y="2650392"/>
              <a:ext cx="89785" cy="164031"/>
            </a:xfrm>
            <a:custGeom>
              <a:avLst/>
              <a:gdLst>
                <a:gd name="T0" fmla="*/ 0 w 66"/>
                <a:gd name="T1" fmla="*/ 3 h 120"/>
                <a:gd name="T2" fmla="*/ 30 w 66"/>
                <a:gd name="T3" fmla="*/ 3 h 120"/>
                <a:gd name="T4" fmla="*/ 30 w 66"/>
                <a:gd name="T5" fmla="*/ 17 h 120"/>
                <a:gd name="T6" fmla="*/ 62 w 66"/>
                <a:gd name="T7" fmla="*/ 0 h 120"/>
                <a:gd name="T8" fmla="*/ 66 w 66"/>
                <a:gd name="T9" fmla="*/ 1 h 120"/>
                <a:gd name="T10" fmla="*/ 66 w 66"/>
                <a:gd name="T11" fmla="*/ 30 h 120"/>
                <a:gd name="T12" fmla="*/ 64 w 66"/>
                <a:gd name="T13" fmla="*/ 30 h 120"/>
                <a:gd name="T14" fmla="*/ 32 w 66"/>
                <a:gd name="T15" fmla="*/ 42 h 120"/>
                <a:gd name="T16" fmla="*/ 32 w 66"/>
                <a:gd name="T17" fmla="*/ 120 h 120"/>
                <a:gd name="T18" fmla="*/ 0 w 66"/>
                <a:gd name="T19" fmla="*/ 120 h 120"/>
                <a:gd name="T20" fmla="*/ 0 w 66"/>
                <a:gd name="T21" fmla="*/ 3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6" h="120">
                  <a:moveTo>
                    <a:pt x="0" y="3"/>
                  </a:moveTo>
                  <a:cubicBezTo>
                    <a:pt x="30" y="3"/>
                    <a:pt x="30" y="3"/>
                    <a:pt x="30" y="3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5" y="9"/>
                    <a:pt x="49" y="0"/>
                    <a:pt x="62" y="0"/>
                  </a:cubicBezTo>
                  <a:cubicBezTo>
                    <a:pt x="63" y="0"/>
                    <a:pt x="65" y="0"/>
                    <a:pt x="66" y="1"/>
                  </a:cubicBezTo>
                  <a:cubicBezTo>
                    <a:pt x="66" y="30"/>
                    <a:pt x="66" y="30"/>
                    <a:pt x="66" y="30"/>
                  </a:cubicBezTo>
                  <a:cubicBezTo>
                    <a:pt x="64" y="30"/>
                    <a:pt x="64" y="30"/>
                    <a:pt x="64" y="30"/>
                  </a:cubicBezTo>
                  <a:cubicBezTo>
                    <a:pt x="51" y="30"/>
                    <a:pt x="36" y="32"/>
                    <a:pt x="32" y="42"/>
                  </a:cubicBezTo>
                  <a:cubicBezTo>
                    <a:pt x="32" y="120"/>
                    <a:pt x="32" y="120"/>
                    <a:pt x="32" y="120"/>
                  </a:cubicBezTo>
                  <a:cubicBezTo>
                    <a:pt x="0" y="120"/>
                    <a:pt x="0" y="120"/>
                    <a:pt x="0" y="12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 75 Bold" panose="020B0804020202020204" pitchFamily="34" charset="0"/>
              </a:endParaRPr>
            </a:p>
          </p:txBody>
        </p:sp>
        <p:sp>
          <p:nvSpPr>
            <p:cNvPr id="13" name="Freeform 11"/>
            <p:cNvSpPr>
              <a:spLocks noEditPoints="1"/>
            </p:cNvSpPr>
            <p:nvPr/>
          </p:nvSpPr>
          <p:spPr bwMode="auto">
            <a:xfrm>
              <a:off x="1051020" y="2650392"/>
              <a:ext cx="149642" cy="226766"/>
            </a:xfrm>
            <a:custGeom>
              <a:avLst/>
              <a:gdLst>
                <a:gd name="T0" fmla="*/ 110 w 110"/>
                <a:gd name="T1" fmla="*/ 2 h 166"/>
                <a:gd name="T2" fmla="*/ 110 w 110"/>
                <a:gd name="T3" fmla="*/ 114 h 166"/>
                <a:gd name="T4" fmla="*/ 52 w 110"/>
                <a:gd name="T5" fmla="*/ 166 h 166"/>
                <a:gd name="T6" fmla="*/ 3 w 110"/>
                <a:gd name="T7" fmla="*/ 137 h 166"/>
                <a:gd name="T8" fmla="*/ 34 w 110"/>
                <a:gd name="T9" fmla="*/ 132 h 166"/>
                <a:gd name="T10" fmla="*/ 56 w 110"/>
                <a:gd name="T11" fmla="*/ 143 h 166"/>
                <a:gd name="T12" fmla="*/ 80 w 110"/>
                <a:gd name="T13" fmla="*/ 117 h 166"/>
                <a:gd name="T14" fmla="*/ 80 w 110"/>
                <a:gd name="T15" fmla="*/ 104 h 166"/>
                <a:gd name="T16" fmla="*/ 79 w 110"/>
                <a:gd name="T17" fmla="*/ 103 h 166"/>
                <a:gd name="T18" fmla="*/ 49 w 110"/>
                <a:gd name="T19" fmla="*/ 120 h 166"/>
                <a:gd name="T20" fmla="*/ 0 w 110"/>
                <a:gd name="T21" fmla="*/ 62 h 166"/>
                <a:gd name="T22" fmla="*/ 47 w 110"/>
                <a:gd name="T23" fmla="*/ 0 h 166"/>
                <a:gd name="T24" fmla="*/ 81 w 110"/>
                <a:gd name="T25" fmla="*/ 17 h 166"/>
                <a:gd name="T26" fmla="*/ 81 w 110"/>
                <a:gd name="T27" fmla="*/ 16 h 166"/>
                <a:gd name="T28" fmla="*/ 84 w 110"/>
                <a:gd name="T29" fmla="*/ 2 h 166"/>
                <a:gd name="T30" fmla="*/ 110 w 110"/>
                <a:gd name="T31" fmla="*/ 2 h 166"/>
                <a:gd name="T32" fmla="*/ 55 w 110"/>
                <a:gd name="T33" fmla="*/ 95 h 166"/>
                <a:gd name="T34" fmla="*/ 80 w 110"/>
                <a:gd name="T35" fmla="*/ 55 h 166"/>
                <a:gd name="T36" fmla="*/ 54 w 110"/>
                <a:gd name="T37" fmla="*/ 22 h 166"/>
                <a:gd name="T38" fmla="*/ 31 w 110"/>
                <a:gd name="T39" fmla="*/ 57 h 166"/>
                <a:gd name="T40" fmla="*/ 55 w 110"/>
                <a:gd name="T41" fmla="*/ 95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0" h="166">
                  <a:moveTo>
                    <a:pt x="110" y="2"/>
                  </a:moveTo>
                  <a:cubicBezTo>
                    <a:pt x="110" y="114"/>
                    <a:pt x="110" y="114"/>
                    <a:pt x="110" y="114"/>
                  </a:cubicBezTo>
                  <a:cubicBezTo>
                    <a:pt x="110" y="133"/>
                    <a:pt x="108" y="166"/>
                    <a:pt x="52" y="166"/>
                  </a:cubicBezTo>
                  <a:cubicBezTo>
                    <a:pt x="29" y="166"/>
                    <a:pt x="8" y="157"/>
                    <a:pt x="3" y="137"/>
                  </a:cubicBezTo>
                  <a:cubicBezTo>
                    <a:pt x="34" y="132"/>
                    <a:pt x="34" y="132"/>
                    <a:pt x="34" y="132"/>
                  </a:cubicBezTo>
                  <a:cubicBezTo>
                    <a:pt x="35" y="138"/>
                    <a:pt x="39" y="143"/>
                    <a:pt x="56" y="143"/>
                  </a:cubicBezTo>
                  <a:cubicBezTo>
                    <a:pt x="72" y="143"/>
                    <a:pt x="80" y="136"/>
                    <a:pt x="80" y="117"/>
                  </a:cubicBezTo>
                  <a:cubicBezTo>
                    <a:pt x="80" y="104"/>
                    <a:pt x="80" y="104"/>
                    <a:pt x="80" y="104"/>
                  </a:cubicBezTo>
                  <a:cubicBezTo>
                    <a:pt x="79" y="103"/>
                    <a:pt x="79" y="103"/>
                    <a:pt x="79" y="103"/>
                  </a:cubicBezTo>
                  <a:cubicBezTo>
                    <a:pt x="74" y="112"/>
                    <a:pt x="67" y="120"/>
                    <a:pt x="49" y="120"/>
                  </a:cubicBezTo>
                  <a:cubicBezTo>
                    <a:pt x="22" y="120"/>
                    <a:pt x="0" y="101"/>
                    <a:pt x="0" y="62"/>
                  </a:cubicBezTo>
                  <a:cubicBezTo>
                    <a:pt x="0" y="22"/>
                    <a:pt x="22" y="0"/>
                    <a:pt x="47" y="0"/>
                  </a:cubicBezTo>
                  <a:cubicBezTo>
                    <a:pt x="71" y="0"/>
                    <a:pt x="79" y="11"/>
                    <a:pt x="81" y="17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4" y="2"/>
                    <a:pt x="84" y="2"/>
                    <a:pt x="84" y="2"/>
                  </a:cubicBezTo>
                  <a:lnTo>
                    <a:pt x="110" y="2"/>
                  </a:lnTo>
                  <a:close/>
                  <a:moveTo>
                    <a:pt x="55" y="95"/>
                  </a:moveTo>
                  <a:cubicBezTo>
                    <a:pt x="78" y="95"/>
                    <a:pt x="80" y="71"/>
                    <a:pt x="80" y="55"/>
                  </a:cubicBezTo>
                  <a:cubicBezTo>
                    <a:pt x="80" y="37"/>
                    <a:pt x="71" y="22"/>
                    <a:pt x="54" y="22"/>
                  </a:cubicBezTo>
                  <a:cubicBezTo>
                    <a:pt x="43" y="22"/>
                    <a:pt x="31" y="30"/>
                    <a:pt x="31" y="57"/>
                  </a:cubicBezTo>
                  <a:cubicBezTo>
                    <a:pt x="31" y="71"/>
                    <a:pt x="32" y="95"/>
                    <a:pt x="55" y="9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 75 Bold" panose="020B0804020202020204" pitchFamily="34" charset="0"/>
              </a:endParaRPr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1348002" y="2593413"/>
              <a:ext cx="112232" cy="52950"/>
            </a:xfrm>
            <a:custGeom>
              <a:avLst/>
              <a:gdLst>
                <a:gd name="T0" fmla="*/ 195 w 195"/>
                <a:gd name="T1" fmla="*/ 92 h 92"/>
                <a:gd name="T2" fmla="*/ 178 w 195"/>
                <a:gd name="T3" fmla="*/ 92 h 92"/>
                <a:gd name="T4" fmla="*/ 178 w 195"/>
                <a:gd name="T5" fmla="*/ 16 h 92"/>
                <a:gd name="T6" fmla="*/ 178 w 195"/>
                <a:gd name="T7" fmla="*/ 16 h 92"/>
                <a:gd name="T8" fmla="*/ 147 w 195"/>
                <a:gd name="T9" fmla="*/ 92 h 92"/>
                <a:gd name="T10" fmla="*/ 138 w 195"/>
                <a:gd name="T11" fmla="*/ 92 h 92"/>
                <a:gd name="T12" fmla="*/ 110 w 195"/>
                <a:gd name="T13" fmla="*/ 16 h 92"/>
                <a:gd name="T14" fmla="*/ 107 w 195"/>
                <a:gd name="T15" fmla="*/ 16 h 92"/>
                <a:gd name="T16" fmla="*/ 107 w 195"/>
                <a:gd name="T17" fmla="*/ 92 h 92"/>
                <a:gd name="T18" fmla="*/ 93 w 195"/>
                <a:gd name="T19" fmla="*/ 92 h 92"/>
                <a:gd name="T20" fmla="*/ 93 w 195"/>
                <a:gd name="T21" fmla="*/ 0 h 92"/>
                <a:gd name="T22" fmla="*/ 117 w 195"/>
                <a:gd name="T23" fmla="*/ 0 h 92"/>
                <a:gd name="T24" fmla="*/ 145 w 195"/>
                <a:gd name="T25" fmla="*/ 71 h 92"/>
                <a:gd name="T26" fmla="*/ 171 w 195"/>
                <a:gd name="T27" fmla="*/ 0 h 92"/>
                <a:gd name="T28" fmla="*/ 195 w 195"/>
                <a:gd name="T29" fmla="*/ 0 h 92"/>
                <a:gd name="T30" fmla="*/ 195 w 195"/>
                <a:gd name="T31" fmla="*/ 92 h 92"/>
                <a:gd name="T32" fmla="*/ 74 w 195"/>
                <a:gd name="T33" fmla="*/ 14 h 92"/>
                <a:gd name="T34" fmla="*/ 46 w 195"/>
                <a:gd name="T35" fmla="*/ 14 h 92"/>
                <a:gd name="T36" fmla="*/ 46 w 195"/>
                <a:gd name="T37" fmla="*/ 92 h 92"/>
                <a:gd name="T38" fmla="*/ 31 w 195"/>
                <a:gd name="T39" fmla="*/ 92 h 92"/>
                <a:gd name="T40" fmla="*/ 31 w 195"/>
                <a:gd name="T41" fmla="*/ 14 h 92"/>
                <a:gd name="T42" fmla="*/ 0 w 195"/>
                <a:gd name="T43" fmla="*/ 14 h 92"/>
                <a:gd name="T44" fmla="*/ 0 w 195"/>
                <a:gd name="T45" fmla="*/ 0 h 92"/>
                <a:gd name="T46" fmla="*/ 74 w 195"/>
                <a:gd name="T47" fmla="*/ 0 h 92"/>
                <a:gd name="T48" fmla="*/ 74 w 195"/>
                <a:gd name="T49" fmla="*/ 14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95" h="92">
                  <a:moveTo>
                    <a:pt x="195" y="92"/>
                  </a:moveTo>
                  <a:lnTo>
                    <a:pt x="178" y="92"/>
                  </a:lnTo>
                  <a:lnTo>
                    <a:pt x="178" y="16"/>
                  </a:lnTo>
                  <a:lnTo>
                    <a:pt x="178" y="16"/>
                  </a:lnTo>
                  <a:lnTo>
                    <a:pt x="147" y="92"/>
                  </a:lnTo>
                  <a:lnTo>
                    <a:pt x="138" y="92"/>
                  </a:lnTo>
                  <a:lnTo>
                    <a:pt x="110" y="16"/>
                  </a:lnTo>
                  <a:lnTo>
                    <a:pt x="107" y="16"/>
                  </a:lnTo>
                  <a:lnTo>
                    <a:pt x="107" y="92"/>
                  </a:lnTo>
                  <a:lnTo>
                    <a:pt x="93" y="92"/>
                  </a:lnTo>
                  <a:lnTo>
                    <a:pt x="93" y="0"/>
                  </a:lnTo>
                  <a:lnTo>
                    <a:pt x="117" y="0"/>
                  </a:lnTo>
                  <a:lnTo>
                    <a:pt x="145" y="71"/>
                  </a:lnTo>
                  <a:lnTo>
                    <a:pt x="171" y="0"/>
                  </a:lnTo>
                  <a:lnTo>
                    <a:pt x="195" y="0"/>
                  </a:lnTo>
                  <a:lnTo>
                    <a:pt x="195" y="92"/>
                  </a:lnTo>
                  <a:close/>
                  <a:moveTo>
                    <a:pt x="74" y="14"/>
                  </a:moveTo>
                  <a:lnTo>
                    <a:pt x="46" y="14"/>
                  </a:lnTo>
                  <a:lnTo>
                    <a:pt x="46" y="92"/>
                  </a:lnTo>
                  <a:lnTo>
                    <a:pt x="31" y="92"/>
                  </a:lnTo>
                  <a:lnTo>
                    <a:pt x="31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74" y="0"/>
                  </a:lnTo>
                  <a:lnTo>
                    <a:pt x="74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 75 Bold" panose="020B08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7897724"/>
      </p:ext>
    </p:extLst>
  </p:cSld>
  <p:clrMapOvr>
    <a:masterClrMapping/>
  </p:clrMapOvr>
  <p:transition spd="med">
    <p:fade/>
  </p:transition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726" y="339725"/>
            <a:ext cx="8470899" cy="4130675"/>
          </a:xfrm>
        </p:spPr>
        <p:txBody>
          <a:bodyPr/>
          <a:lstStyle>
            <a:lvl1pPr>
              <a:lnSpc>
                <a:spcPct val="85000"/>
              </a:lnSpc>
              <a:spcAft>
                <a:spcPts val="0"/>
              </a:spcAft>
              <a:defRPr sz="3000">
                <a:solidFill>
                  <a:srgbClr val="FF6600"/>
                </a:solidFill>
                <a:latin typeface="Helvetica 75 Bold" panose="020B0804020202020204" pitchFamily="34" charset="0"/>
              </a:defRPr>
            </a:lvl1pPr>
            <a:lvl2pPr marL="401638" indent="-401638">
              <a:lnSpc>
                <a:spcPct val="85000"/>
              </a:lnSpc>
              <a:spcAft>
                <a:spcPts val="0"/>
              </a:spcAft>
              <a:buFont typeface="+mj-lt"/>
              <a:buAutoNum type="arabicPeriod"/>
              <a:defRPr sz="3000">
                <a:latin typeface="Helvetica 75 Bold" panose="020B0804020202020204" pitchFamily="34" charset="0"/>
              </a:defRPr>
            </a:lvl2pPr>
            <a:lvl3pPr marL="0" indent="0">
              <a:lnSpc>
                <a:spcPct val="85000"/>
              </a:lnSpc>
              <a:spcAft>
                <a:spcPts val="800"/>
              </a:spcAft>
              <a:buFont typeface="+mj-lt"/>
              <a:buNone/>
              <a:defRPr sz="3000"/>
            </a:lvl3pPr>
            <a:lvl4pPr marL="0" indent="0">
              <a:lnSpc>
                <a:spcPct val="85000"/>
              </a:lnSpc>
              <a:spcAft>
                <a:spcPts val="800"/>
              </a:spcAft>
              <a:buFont typeface="+mj-lt"/>
              <a:buNone/>
              <a:defRPr sz="3000"/>
            </a:lvl4pPr>
            <a:lvl5pPr marL="0" indent="0">
              <a:lnSpc>
                <a:spcPct val="85000"/>
              </a:lnSpc>
              <a:spcAft>
                <a:spcPts val="800"/>
              </a:spcAft>
              <a:buFont typeface="+mj-lt"/>
              <a:buNone/>
              <a:defRPr sz="3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9071628"/>
      </p:ext>
    </p:extLst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726" y="339725"/>
            <a:ext cx="8470899" cy="4130675"/>
          </a:xfrm>
        </p:spPr>
        <p:txBody>
          <a:bodyPr/>
          <a:lstStyle>
            <a:lvl1pPr>
              <a:lnSpc>
                <a:spcPct val="85000"/>
              </a:lnSpc>
              <a:spcAft>
                <a:spcPts val="3200"/>
              </a:spcAft>
              <a:defRPr sz="5500">
                <a:solidFill>
                  <a:schemeClr val="tx1"/>
                </a:solidFill>
                <a:latin typeface="Helvetica 75 Bold" panose="020B0804020202020204" pitchFamily="34" charset="0"/>
              </a:defRPr>
            </a:lvl1pPr>
            <a:lvl2pPr>
              <a:lnSpc>
                <a:spcPct val="90000"/>
              </a:lnSpc>
              <a:spcAft>
                <a:spcPts val="2400"/>
              </a:spcAft>
              <a:defRPr sz="1400">
                <a:latin typeface="Helvetica 75 Bold" panose="020B0804020202020204" pitchFamily="34" charset="0"/>
              </a:defRPr>
            </a:lvl2pPr>
            <a:lvl3pPr marL="0" indent="0">
              <a:lnSpc>
                <a:spcPct val="85000"/>
              </a:lnSpc>
              <a:spcAft>
                <a:spcPts val="800"/>
              </a:spcAft>
              <a:buNone/>
              <a:defRPr sz="1200"/>
            </a:lvl3pPr>
            <a:lvl4pPr>
              <a:lnSpc>
                <a:spcPct val="85000"/>
              </a:lnSpc>
              <a:spcAft>
                <a:spcPts val="800"/>
              </a:spcAft>
              <a:defRPr sz="5500"/>
            </a:lvl4pPr>
            <a:lvl5pPr>
              <a:lnSpc>
                <a:spcPct val="85000"/>
              </a:lnSpc>
              <a:spcAft>
                <a:spcPts val="800"/>
              </a:spcAft>
              <a:defRPr sz="55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699942009"/>
      </p:ext>
    </p:extLst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725" y="339725"/>
            <a:ext cx="8470900" cy="623888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2000">
                <a:solidFill>
                  <a:srgbClr val="FF6600"/>
                </a:solidFill>
                <a:latin typeface="Helvetica 75 Bold" panose="020B08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726" y="1304924"/>
            <a:ext cx="8470899" cy="3165475"/>
          </a:xfrm>
        </p:spPr>
        <p:txBody>
          <a:bodyPr/>
          <a:lstStyle>
            <a:lvl1pPr>
              <a:lnSpc>
                <a:spcPct val="90000"/>
              </a:lnSpc>
              <a:spcAft>
                <a:spcPts val="800"/>
              </a:spcAft>
              <a:defRPr sz="1400">
                <a:solidFill>
                  <a:srgbClr val="FF6600"/>
                </a:solidFill>
                <a:latin typeface="Helvetica 75 Bold" panose="020B0804020202020204" pitchFamily="34" charset="0"/>
              </a:defRPr>
            </a:lvl1pPr>
            <a:lvl2pPr>
              <a:lnSpc>
                <a:spcPct val="90000"/>
              </a:lnSpc>
              <a:spcAft>
                <a:spcPts val="800"/>
              </a:spcAft>
              <a:defRPr sz="1400">
                <a:latin typeface="Helvetica 75 Bold" panose="020B0804020202020204" pitchFamily="34" charset="0"/>
              </a:defRPr>
            </a:lvl2pPr>
            <a:lvl3pPr>
              <a:lnSpc>
                <a:spcPct val="90000"/>
              </a:lnSpc>
              <a:spcAft>
                <a:spcPts val="800"/>
              </a:spcAft>
              <a:defRPr sz="1400">
                <a:latin typeface="Helvetica 75 Bold" panose="020B0804020202020204" pitchFamily="34" charset="0"/>
              </a:defRPr>
            </a:lvl3pPr>
            <a:lvl4pPr>
              <a:lnSpc>
                <a:spcPct val="90000"/>
              </a:lnSpc>
              <a:spcAft>
                <a:spcPts val="800"/>
              </a:spcAft>
              <a:defRPr sz="1400">
                <a:latin typeface="Helvetica 75 Bold" panose="020B0804020202020204" pitchFamily="34" charset="0"/>
              </a:defRPr>
            </a:lvl4pPr>
            <a:lvl5pPr>
              <a:lnSpc>
                <a:spcPct val="90000"/>
              </a:lnSpc>
              <a:spcAft>
                <a:spcPts val="800"/>
              </a:spcAft>
              <a:defRPr sz="1400">
                <a:latin typeface="Helvetica 75 Bold" panose="020B08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8375036"/>
      </p:ext>
    </p:extLst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725" y="339724"/>
            <a:ext cx="8470900" cy="623889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2000">
                <a:solidFill>
                  <a:srgbClr val="FF6600"/>
                </a:solidFill>
                <a:latin typeface="Helvetica 75 Bold" panose="020B08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724" y="1304925"/>
            <a:ext cx="4065589" cy="3165474"/>
          </a:xfrm>
        </p:spPr>
        <p:txBody>
          <a:bodyPr/>
          <a:lstStyle>
            <a:lvl1pPr>
              <a:lnSpc>
                <a:spcPct val="90000"/>
              </a:lnSpc>
              <a:spcAft>
                <a:spcPts val="800"/>
              </a:spcAft>
              <a:defRPr>
                <a:solidFill>
                  <a:srgbClr val="FF6600"/>
                </a:solidFill>
                <a:latin typeface="Helvetica 75 Bold" panose="020B0804020202020204" pitchFamily="34" charset="0"/>
              </a:defRPr>
            </a:lvl1pPr>
            <a:lvl2pPr>
              <a:lnSpc>
                <a:spcPct val="90000"/>
              </a:lnSpc>
              <a:spcAft>
                <a:spcPts val="800"/>
              </a:spcAft>
              <a:defRPr>
                <a:latin typeface="Helvetica 75 Bold" panose="020B0804020202020204" pitchFamily="34" charset="0"/>
              </a:defRPr>
            </a:lvl2pPr>
            <a:lvl3pPr>
              <a:lnSpc>
                <a:spcPct val="90000"/>
              </a:lnSpc>
              <a:spcAft>
                <a:spcPts val="800"/>
              </a:spcAft>
              <a:defRPr>
                <a:latin typeface="Helvetica 75 Bold" panose="020B0804020202020204" pitchFamily="34" charset="0"/>
              </a:defRPr>
            </a:lvl3pPr>
            <a:lvl4pPr>
              <a:lnSpc>
                <a:spcPct val="90000"/>
              </a:lnSpc>
              <a:spcAft>
                <a:spcPts val="800"/>
              </a:spcAft>
              <a:defRPr>
                <a:latin typeface="Helvetica 75 Bold" panose="020B0804020202020204" pitchFamily="34" charset="0"/>
              </a:defRPr>
            </a:lvl4pPr>
            <a:lvl5pPr>
              <a:lnSpc>
                <a:spcPct val="90000"/>
              </a:lnSpc>
              <a:spcAft>
                <a:spcPts val="800"/>
              </a:spcAft>
              <a:defRPr>
                <a:latin typeface="Helvetica 75 Bold" panose="020B08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4738688" y="1304925"/>
            <a:ext cx="4065589" cy="3165474"/>
          </a:xfrm>
        </p:spPr>
        <p:txBody>
          <a:bodyPr/>
          <a:lstStyle>
            <a:lvl1pPr>
              <a:lnSpc>
                <a:spcPct val="90000"/>
              </a:lnSpc>
              <a:spcAft>
                <a:spcPts val="800"/>
              </a:spcAft>
              <a:defRPr>
                <a:solidFill>
                  <a:srgbClr val="FF6600"/>
                </a:solidFill>
                <a:latin typeface="Helvetica 75 Bold" panose="020B0804020202020204" pitchFamily="34" charset="0"/>
              </a:defRPr>
            </a:lvl1pPr>
            <a:lvl2pPr>
              <a:lnSpc>
                <a:spcPct val="90000"/>
              </a:lnSpc>
              <a:spcAft>
                <a:spcPts val="800"/>
              </a:spcAft>
              <a:defRPr>
                <a:latin typeface="Helvetica 75 Bold" panose="020B0804020202020204" pitchFamily="34" charset="0"/>
              </a:defRPr>
            </a:lvl2pPr>
            <a:lvl3pPr>
              <a:lnSpc>
                <a:spcPct val="90000"/>
              </a:lnSpc>
              <a:spcAft>
                <a:spcPts val="800"/>
              </a:spcAft>
              <a:defRPr>
                <a:latin typeface="Helvetica 75 Bold" panose="020B0804020202020204" pitchFamily="34" charset="0"/>
              </a:defRPr>
            </a:lvl3pPr>
            <a:lvl4pPr>
              <a:lnSpc>
                <a:spcPct val="90000"/>
              </a:lnSpc>
              <a:spcAft>
                <a:spcPts val="800"/>
              </a:spcAft>
              <a:defRPr>
                <a:latin typeface="Helvetica 75 Bold" panose="020B0804020202020204" pitchFamily="34" charset="0"/>
              </a:defRPr>
            </a:lvl4pPr>
            <a:lvl5pPr>
              <a:lnSpc>
                <a:spcPct val="90000"/>
              </a:lnSpc>
              <a:spcAft>
                <a:spcPts val="800"/>
              </a:spcAft>
              <a:defRPr>
                <a:latin typeface="Helvetica 75 Bold" panose="020B08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91980526"/>
      </p:ext>
    </p:extLst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726" y="1304925"/>
            <a:ext cx="8470899" cy="3165475"/>
          </a:xfrm>
        </p:spPr>
        <p:txBody>
          <a:bodyPr/>
          <a:lstStyle>
            <a:lvl1pPr>
              <a:lnSpc>
                <a:spcPct val="85000"/>
              </a:lnSpc>
              <a:spcAft>
                <a:spcPts val="2400"/>
              </a:spcAft>
              <a:defRPr sz="3000">
                <a:solidFill>
                  <a:schemeClr val="tx1"/>
                </a:solidFill>
                <a:latin typeface="Helvetica 75 Bold" panose="020B0804020202020204" pitchFamily="34" charset="0"/>
              </a:defRPr>
            </a:lvl1pPr>
            <a:lvl2pPr>
              <a:lnSpc>
                <a:spcPct val="90000"/>
              </a:lnSpc>
              <a:spcAft>
                <a:spcPts val="800"/>
              </a:spcAft>
              <a:defRPr sz="1400">
                <a:solidFill>
                  <a:schemeClr val="tx1"/>
                </a:solidFill>
                <a:latin typeface="Helvetica 75 Bold" panose="020B0804020202020204" pitchFamily="34" charset="0"/>
              </a:defRPr>
            </a:lvl2pPr>
            <a:lvl3pPr>
              <a:lnSpc>
                <a:spcPct val="90000"/>
              </a:lnSpc>
              <a:spcAft>
                <a:spcPts val="800"/>
              </a:spcAft>
              <a:defRPr sz="1400">
                <a:solidFill>
                  <a:schemeClr val="tx1"/>
                </a:solidFill>
                <a:latin typeface="Helvetica 75 Bold" panose="020B0804020202020204" pitchFamily="34" charset="0"/>
              </a:defRPr>
            </a:lvl3pPr>
            <a:lvl4pPr>
              <a:lnSpc>
                <a:spcPct val="90000"/>
              </a:lnSpc>
              <a:spcAft>
                <a:spcPts val="800"/>
              </a:spcAft>
              <a:defRPr sz="1400">
                <a:solidFill>
                  <a:schemeClr val="tx1"/>
                </a:solidFill>
                <a:latin typeface="Helvetica 75 Bold" panose="020B0804020202020204" pitchFamily="34" charset="0"/>
              </a:defRPr>
            </a:lvl4pPr>
            <a:lvl5pPr>
              <a:lnSpc>
                <a:spcPct val="90000"/>
              </a:lnSpc>
              <a:spcAft>
                <a:spcPts val="800"/>
              </a:spcAft>
              <a:defRPr sz="1400">
                <a:solidFill>
                  <a:schemeClr val="tx1"/>
                </a:solidFill>
                <a:latin typeface="Helvetica 75 Bold" panose="020B08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39725" y="339724"/>
            <a:ext cx="8470900" cy="623889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2000">
                <a:solidFill>
                  <a:srgbClr val="FF6600"/>
                </a:solidFill>
                <a:latin typeface="Helvetica 75 Bold" panose="020B08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30836948"/>
      </p:ext>
    </p:extLst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726" y="339725"/>
            <a:ext cx="8470899" cy="4130675"/>
          </a:xfrm>
        </p:spPr>
        <p:txBody>
          <a:bodyPr/>
          <a:lstStyle>
            <a:lvl1pPr>
              <a:lnSpc>
                <a:spcPct val="85000"/>
              </a:lnSpc>
              <a:spcAft>
                <a:spcPts val="2400"/>
              </a:spcAft>
              <a:defRPr sz="3000">
                <a:solidFill>
                  <a:schemeClr val="tx1"/>
                </a:solidFill>
                <a:latin typeface="Helvetica 75 Bold" panose="020B0804020202020204" pitchFamily="34" charset="0"/>
              </a:defRPr>
            </a:lvl1pPr>
            <a:lvl2pPr>
              <a:lnSpc>
                <a:spcPct val="90000"/>
              </a:lnSpc>
              <a:spcAft>
                <a:spcPts val="800"/>
              </a:spcAft>
              <a:defRPr sz="1400">
                <a:solidFill>
                  <a:schemeClr val="tx1"/>
                </a:solidFill>
                <a:latin typeface="Helvetica 75 Bold" panose="020B0804020202020204" pitchFamily="34" charset="0"/>
              </a:defRPr>
            </a:lvl2pPr>
            <a:lvl3pPr>
              <a:lnSpc>
                <a:spcPct val="90000"/>
              </a:lnSpc>
              <a:spcAft>
                <a:spcPts val="800"/>
              </a:spcAft>
              <a:defRPr sz="1400">
                <a:solidFill>
                  <a:schemeClr val="tx1"/>
                </a:solidFill>
                <a:latin typeface="Helvetica 75 Bold" panose="020B0804020202020204" pitchFamily="34" charset="0"/>
              </a:defRPr>
            </a:lvl3pPr>
            <a:lvl4pPr>
              <a:lnSpc>
                <a:spcPct val="90000"/>
              </a:lnSpc>
              <a:spcAft>
                <a:spcPts val="800"/>
              </a:spcAft>
              <a:defRPr sz="1400">
                <a:solidFill>
                  <a:schemeClr val="tx1"/>
                </a:solidFill>
                <a:latin typeface="Helvetica 75 Bold" panose="020B0804020202020204" pitchFamily="34" charset="0"/>
              </a:defRPr>
            </a:lvl4pPr>
            <a:lvl5pPr>
              <a:lnSpc>
                <a:spcPct val="90000"/>
              </a:lnSpc>
              <a:spcAft>
                <a:spcPts val="800"/>
              </a:spcAft>
              <a:defRPr sz="1400">
                <a:solidFill>
                  <a:schemeClr val="tx1"/>
                </a:solidFill>
                <a:latin typeface="Helvetica 75 Bold" panose="020B08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3506619"/>
      </p:ext>
    </p:extLst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spcAft>
                <a:spcPts val="0"/>
              </a:spcAft>
              <a:defRPr>
                <a:solidFill>
                  <a:srgbClr val="FF6600"/>
                </a:solidFill>
                <a:latin typeface="Helvetica 75 Bold" panose="020B08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2600950"/>
      </p:ext>
    </p:extLst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050288"/>
      </p:ext>
    </p:extLst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447800" y="1597819"/>
            <a:ext cx="6980238" cy="110251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2715816"/>
            <a:ext cx="6980238" cy="1314450"/>
          </a:xfrm>
        </p:spPr>
        <p:txBody>
          <a:bodyPr/>
          <a:lstStyle>
            <a:lvl1pPr marL="357188" indent="-357188"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84316413"/>
      </p:ext>
    </p:extLst>
  </p:cSld>
  <p:clrMapOvr>
    <a:masterClrMapping/>
  </p:clrMapOvr>
  <p:transition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8005731"/>
      </p:ext>
    </p:extLst>
  </p:cSld>
  <p:clrMapOvr>
    <a:masterClrMapping/>
  </p:clrMapOvr>
  <p:transition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01812276"/>
      </p:ext>
    </p:extLst>
  </p:cSld>
  <p:clrMapOvr>
    <a:masterClrMapping/>
  </p:clrMapOvr>
  <p:transition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789385"/>
            <a:ext cx="4038600" cy="367307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789385"/>
            <a:ext cx="4038600" cy="367307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21159702"/>
      </p:ext>
    </p:extLst>
  </p:cSld>
  <p:clrMapOvr>
    <a:masterClrMapping/>
  </p:clrMapOvr>
  <p:transition>
    <p:wipe dir="r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95120653"/>
      </p:ext>
    </p:extLst>
  </p:cSld>
  <p:clrMapOvr>
    <a:masterClrMapping/>
  </p:clrMapOvr>
  <p:transition>
    <p:wipe dir="r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7366561"/>
      </p:ext>
    </p:extLst>
  </p:cSld>
  <p:clrMapOvr>
    <a:masterClrMapping/>
  </p:clrMapOvr>
  <p:transition>
    <p:wipe dir="r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6740841"/>
      </p:ext>
    </p:extLst>
  </p:cSld>
  <p:clrMapOvr>
    <a:masterClrMapping/>
  </p:clrMapOvr>
  <p:transition>
    <p:wipe dir="r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2308049"/>
      </p:ext>
    </p:extLst>
  </p:cSld>
  <p:clrMapOvr>
    <a:masterClrMapping/>
  </p:clrMapOvr>
  <p:transition>
    <p:wipe dir="r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4954435"/>
      </p:ext>
    </p:extLst>
  </p:cSld>
  <p:clrMapOvr>
    <a:masterClrMapping/>
  </p:clrMapOvr>
  <p:transition>
    <p:wipe dir="r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19727738"/>
      </p:ext>
    </p:extLst>
  </p:cSld>
  <p:clrMapOvr>
    <a:masterClrMapping/>
  </p:clrMapOvr>
  <p:transition>
    <p:wipe dir="r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5263"/>
            <a:ext cx="2057400" cy="4267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5263"/>
            <a:ext cx="6019800" cy="4267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6293471"/>
      </p:ext>
    </p:extLst>
  </p:cSld>
  <p:clrMapOvr>
    <a:masterClrMapping/>
  </p:clrMapOvr>
  <p:transition>
    <p:wipe dir="r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168275" y="4469607"/>
            <a:ext cx="4237038" cy="4833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defTabSz="914400" eaLnBrk="1" hangingPunct="1">
              <a:defRPr/>
            </a:pPr>
            <a:endParaRPr lang="en-GB" altLang="en-US" sz="1800">
              <a:solidFill>
                <a:srgbClr val="FFFFFF"/>
              </a:solidFill>
              <a:latin typeface="Calibri" pitchFamily="34" charset="0"/>
            </a:endParaRPr>
          </a:p>
        </p:txBody>
      </p:sp>
      <p:grpSp>
        <p:nvGrpSpPr>
          <p:cNvPr id="6" name="Group 4"/>
          <p:cNvGrpSpPr>
            <a:grpSpLocks/>
          </p:cNvGrpSpPr>
          <p:nvPr userDrawn="1"/>
        </p:nvGrpSpPr>
        <p:grpSpPr bwMode="auto">
          <a:xfrm>
            <a:off x="339725" y="4130279"/>
            <a:ext cx="676275" cy="677465"/>
            <a:chOff x="360362" y="1781889"/>
            <a:chExt cx="1144765" cy="1144191"/>
          </a:xfrm>
        </p:grpSpPr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360362" y="1781889"/>
              <a:ext cx="1144765" cy="1144191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defTabSz="914400" eaLnBrk="1" hangingPunct="1">
                <a:lnSpc>
                  <a:spcPct val="90000"/>
                </a:lnSpc>
                <a:spcAft>
                  <a:spcPts val="1200"/>
                </a:spcAft>
                <a:defRPr/>
              </a:pPr>
              <a:endParaRPr lang="en-GB" altLang="en-US" sz="1800">
                <a:solidFill>
                  <a:srgbClr val="FF6600"/>
                </a:solidFill>
                <a:latin typeface="Helvetica 75 Bold" pitchFamily="34" charset="0"/>
                <a:ea typeface="+mn-ea"/>
              </a:endParaRPr>
            </a:p>
          </p:txBody>
        </p:sp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702813" y="2650392"/>
              <a:ext cx="142160" cy="166334"/>
            </a:xfrm>
            <a:custGeom>
              <a:avLst/>
              <a:gdLst>
                <a:gd name="T0" fmla="*/ 2147483647 w 104"/>
                <a:gd name="T1" fmla="*/ 2147483647 h 122"/>
                <a:gd name="T2" fmla="*/ 2147483647 w 104"/>
                <a:gd name="T3" fmla="*/ 2147483647 h 122"/>
                <a:gd name="T4" fmla="*/ 2147483647 w 104"/>
                <a:gd name="T5" fmla="*/ 2147483647 h 122"/>
                <a:gd name="T6" fmla="*/ 2147483647 w 104"/>
                <a:gd name="T7" fmla="*/ 2147483647 h 122"/>
                <a:gd name="T8" fmla="*/ 2147483647 w 104"/>
                <a:gd name="T9" fmla="*/ 2147483647 h 122"/>
                <a:gd name="T10" fmla="*/ 2147483647 w 104"/>
                <a:gd name="T11" fmla="*/ 2147483647 h 122"/>
                <a:gd name="T12" fmla="*/ 2147483647 w 104"/>
                <a:gd name="T13" fmla="*/ 2147483647 h 122"/>
                <a:gd name="T14" fmla="*/ 0 w 104"/>
                <a:gd name="T15" fmla="*/ 2147483647 h 122"/>
                <a:gd name="T16" fmla="*/ 2147483647 w 104"/>
                <a:gd name="T17" fmla="*/ 2147483647 h 122"/>
                <a:gd name="T18" fmla="*/ 2147483647 w 104"/>
                <a:gd name="T19" fmla="*/ 2147483647 h 122"/>
                <a:gd name="T20" fmla="*/ 2147483647 w 104"/>
                <a:gd name="T21" fmla="*/ 2147483647 h 122"/>
                <a:gd name="T22" fmla="*/ 2147483647 w 104"/>
                <a:gd name="T23" fmla="*/ 2147483647 h 122"/>
                <a:gd name="T24" fmla="*/ 2147483647 w 104"/>
                <a:gd name="T25" fmla="*/ 2147483647 h 122"/>
                <a:gd name="T26" fmla="*/ 2147483647 w 104"/>
                <a:gd name="T27" fmla="*/ 0 h 122"/>
                <a:gd name="T28" fmla="*/ 2147483647 w 104"/>
                <a:gd name="T29" fmla="*/ 2147483647 h 122"/>
                <a:gd name="T30" fmla="*/ 2147483647 w 104"/>
                <a:gd name="T31" fmla="*/ 2147483647 h 122"/>
                <a:gd name="T32" fmla="*/ 2147483647 w 104"/>
                <a:gd name="T33" fmla="*/ 2147483647 h 122"/>
                <a:gd name="T34" fmla="*/ 2147483647 w 104"/>
                <a:gd name="T35" fmla="*/ 2147483647 h 12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04" h="122">
                  <a:moveTo>
                    <a:pt x="31" y="85"/>
                  </a:moveTo>
                  <a:cubicBezTo>
                    <a:pt x="31" y="93"/>
                    <a:pt x="36" y="101"/>
                    <a:pt x="45" y="101"/>
                  </a:cubicBezTo>
                  <a:cubicBezTo>
                    <a:pt x="54" y="101"/>
                    <a:pt x="64" y="97"/>
                    <a:pt x="73" y="88"/>
                  </a:cubicBezTo>
                  <a:cubicBezTo>
                    <a:pt x="73" y="60"/>
                    <a:pt x="73" y="60"/>
                    <a:pt x="73" y="60"/>
                  </a:cubicBezTo>
                  <a:cubicBezTo>
                    <a:pt x="44" y="64"/>
                    <a:pt x="31" y="71"/>
                    <a:pt x="31" y="85"/>
                  </a:cubicBezTo>
                  <a:moveTo>
                    <a:pt x="74" y="110"/>
                  </a:moveTo>
                  <a:cubicBezTo>
                    <a:pt x="62" y="118"/>
                    <a:pt x="49" y="122"/>
                    <a:pt x="35" y="122"/>
                  </a:cubicBezTo>
                  <a:cubicBezTo>
                    <a:pt x="13" y="122"/>
                    <a:pt x="0" y="107"/>
                    <a:pt x="0" y="88"/>
                  </a:cubicBezTo>
                  <a:cubicBezTo>
                    <a:pt x="0" y="61"/>
                    <a:pt x="24" y="47"/>
                    <a:pt x="74" y="42"/>
                  </a:cubicBezTo>
                  <a:cubicBezTo>
                    <a:pt x="74" y="35"/>
                    <a:pt x="74" y="35"/>
                    <a:pt x="74" y="35"/>
                  </a:cubicBezTo>
                  <a:cubicBezTo>
                    <a:pt x="74" y="27"/>
                    <a:pt x="68" y="22"/>
                    <a:pt x="56" y="22"/>
                  </a:cubicBezTo>
                  <a:cubicBezTo>
                    <a:pt x="44" y="22"/>
                    <a:pt x="34" y="26"/>
                    <a:pt x="27" y="35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17" y="8"/>
                    <a:pt x="34" y="0"/>
                    <a:pt x="56" y="0"/>
                  </a:cubicBezTo>
                  <a:cubicBezTo>
                    <a:pt x="87" y="0"/>
                    <a:pt x="104" y="14"/>
                    <a:pt x="104" y="35"/>
                  </a:cubicBezTo>
                  <a:cubicBezTo>
                    <a:pt x="104" y="35"/>
                    <a:pt x="104" y="120"/>
                    <a:pt x="104" y="120"/>
                  </a:cubicBezTo>
                  <a:cubicBezTo>
                    <a:pt x="77" y="120"/>
                    <a:pt x="77" y="120"/>
                    <a:pt x="77" y="120"/>
                  </a:cubicBezTo>
                  <a:lnTo>
                    <a:pt x="74" y="1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en-US" sz="180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878931" y="2650392"/>
              <a:ext cx="143311" cy="164031"/>
            </a:xfrm>
            <a:custGeom>
              <a:avLst/>
              <a:gdLst>
                <a:gd name="T0" fmla="*/ 0 w 105"/>
                <a:gd name="T1" fmla="*/ 2147483647 h 120"/>
                <a:gd name="T2" fmla="*/ 2147483647 w 105"/>
                <a:gd name="T3" fmla="*/ 2147483647 h 120"/>
                <a:gd name="T4" fmla="*/ 2147483647 w 105"/>
                <a:gd name="T5" fmla="*/ 2147483647 h 120"/>
                <a:gd name="T6" fmla="*/ 2147483647 w 105"/>
                <a:gd name="T7" fmla="*/ 0 h 120"/>
                <a:gd name="T8" fmla="*/ 2147483647 w 105"/>
                <a:gd name="T9" fmla="*/ 2147483647 h 120"/>
                <a:gd name="T10" fmla="*/ 2147483647 w 105"/>
                <a:gd name="T11" fmla="*/ 2147483647 h 120"/>
                <a:gd name="T12" fmla="*/ 2147483647 w 105"/>
                <a:gd name="T13" fmla="*/ 2147483647 h 120"/>
                <a:gd name="T14" fmla="*/ 2147483647 w 105"/>
                <a:gd name="T15" fmla="*/ 2147483647 h 120"/>
                <a:gd name="T16" fmla="*/ 2147483647 w 105"/>
                <a:gd name="T17" fmla="*/ 2147483647 h 120"/>
                <a:gd name="T18" fmla="*/ 2147483647 w 105"/>
                <a:gd name="T19" fmla="*/ 2147483647 h 120"/>
                <a:gd name="T20" fmla="*/ 2147483647 w 105"/>
                <a:gd name="T21" fmla="*/ 2147483647 h 120"/>
                <a:gd name="T22" fmla="*/ 0 w 105"/>
                <a:gd name="T23" fmla="*/ 2147483647 h 120"/>
                <a:gd name="T24" fmla="*/ 0 w 105"/>
                <a:gd name="T25" fmla="*/ 2147483647 h 12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5" h="120">
                  <a:moveTo>
                    <a:pt x="0" y="6"/>
                  </a:moveTo>
                  <a:cubicBezTo>
                    <a:pt x="25" y="2"/>
                    <a:pt x="25" y="2"/>
                    <a:pt x="25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42" y="6"/>
                    <a:pt x="54" y="0"/>
                    <a:pt x="68" y="0"/>
                  </a:cubicBezTo>
                  <a:cubicBezTo>
                    <a:pt x="92" y="0"/>
                    <a:pt x="105" y="13"/>
                    <a:pt x="105" y="38"/>
                  </a:cubicBezTo>
                  <a:cubicBezTo>
                    <a:pt x="105" y="120"/>
                    <a:pt x="105" y="120"/>
                    <a:pt x="105" y="120"/>
                  </a:cubicBezTo>
                  <a:cubicBezTo>
                    <a:pt x="74" y="120"/>
                    <a:pt x="74" y="120"/>
                    <a:pt x="74" y="120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29"/>
                    <a:pt x="70" y="23"/>
                    <a:pt x="59" y="23"/>
                  </a:cubicBezTo>
                  <a:cubicBezTo>
                    <a:pt x="50" y="23"/>
                    <a:pt x="41" y="27"/>
                    <a:pt x="30" y="36"/>
                  </a:cubicBezTo>
                  <a:cubicBezTo>
                    <a:pt x="30" y="120"/>
                    <a:pt x="30" y="120"/>
                    <a:pt x="30" y="120"/>
                  </a:cubicBezTo>
                  <a:cubicBezTo>
                    <a:pt x="0" y="120"/>
                    <a:pt x="0" y="120"/>
                    <a:pt x="0" y="120"/>
                  </a:cubicBez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en-US" sz="180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auto">
            <a:xfrm>
              <a:off x="1225411" y="2650392"/>
              <a:ext cx="149067" cy="166334"/>
            </a:xfrm>
            <a:custGeom>
              <a:avLst/>
              <a:gdLst>
                <a:gd name="T0" fmla="*/ 2147483647 w 109"/>
                <a:gd name="T1" fmla="*/ 2147483647 h 122"/>
                <a:gd name="T2" fmla="*/ 2147483647 w 109"/>
                <a:gd name="T3" fmla="*/ 2147483647 h 122"/>
                <a:gd name="T4" fmla="*/ 2147483647 w 109"/>
                <a:gd name="T5" fmla="*/ 2147483647 h 122"/>
                <a:gd name="T6" fmla="*/ 2147483647 w 109"/>
                <a:gd name="T7" fmla="*/ 2147483647 h 122"/>
                <a:gd name="T8" fmla="*/ 2147483647 w 109"/>
                <a:gd name="T9" fmla="*/ 2147483647 h 122"/>
                <a:gd name="T10" fmla="*/ 0 w 109"/>
                <a:gd name="T11" fmla="*/ 2147483647 h 122"/>
                <a:gd name="T12" fmla="*/ 2147483647 w 109"/>
                <a:gd name="T13" fmla="*/ 0 h 122"/>
                <a:gd name="T14" fmla="*/ 2147483647 w 109"/>
                <a:gd name="T15" fmla="*/ 2147483647 h 122"/>
                <a:gd name="T16" fmla="*/ 2147483647 w 109"/>
                <a:gd name="T17" fmla="*/ 2147483647 h 122"/>
                <a:gd name="T18" fmla="*/ 2147483647 w 109"/>
                <a:gd name="T19" fmla="*/ 2147483647 h 122"/>
                <a:gd name="T20" fmla="*/ 2147483647 w 109"/>
                <a:gd name="T21" fmla="*/ 2147483647 h 122"/>
                <a:gd name="T22" fmla="*/ 2147483647 w 109"/>
                <a:gd name="T23" fmla="*/ 2147483647 h 122"/>
                <a:gd name="T24" fmla="*/ 2147483647 w 109"/>
                <a:gd name="T25" fmla="*/ 2147483647 h 122"/>
                <a:gd name="T26" fmla="*/ 2147483647 w 109"/>
                <a:gd name="T27" fmla="*/ 2147483647 h 12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09" h="122">
                  <a:moveTo>
                    <a:pt x="79" y="46"/>
                  </a:moveTo>
                  <a:cubicBezTo>
                    <a:pt x="79" y="30"/>
                    <a:pt x="70" y="21"/>
                    <a:pt x="55" y="21"/>
                  </a:cubicBezTo>
                  <a:cubicBezTo>
                    <a:pt x="41" y="21"/>
                    <a:pt x="32" y="30"/>
                    <a:pt x="31" y="46"/>
                  </a:cubicBezTo>
                  <a:lnTo>
                    <a:pt x="79" y="46"/>
                  </a:lnTo>
                  <a:close/>
                  <a:moveTo>
                    <a:pt x="56" y="122"/>
                  </a:moveTo>
                  <a:cubicBezTo>
                    <a:pt x="21" y="122"/>
                    <a:pt x="0" y="100"/>
                    <a:pt x="0" y="62"/>
                  </a:cubicBezTo>
                  <a:cubicBezTo>
                    <a:pt x="0" y="22"/>
                    <a:pt x="21" y="0"/>
                    <a:pt x="55" y="0"/>
                  </a:cubicBezTo>
                  <a:cubicBezTo>
                    <a:pt x="89" y="0"/>
                    <a:pt x="109" y="22"/>
                    <a:pt x="109" y="60"/>
                  </a:cubicBezTo>
                  <a:cubicBezTo>
                    <a:pt x="109" y="62"/>
                    <a:pt x="109" y="64"/>
                    <a:pt x="109" y="66"/>
                  </a:cubicBezTo>
                  <a:cubicBezTo>
                    <a:pt x="31" y="66"/>
                    <a:pt x="31" y="66"/>
                    <a:pt x="31" y="66"/>
                  </a:cubicBezTo>
                  <a:cubicBezTo>
                    <a:pt x="31" y="88"/>
                    <a:pt x="40" y="100"/>
                    <a:pt x="58" y="100"/>
                  </a:cubicBezTo>
                  <a:cubicBezTo>
                    <a:pt x="70" y="100"/>
                    <a:pt x="78" y="95"/>
                    <a:pt x="85" y="84"/>
                  </a:cubicBezTo>
                  <a:cubicBezTo>
                    <a:pt x="108" y="97"/>
                    <a:pt x="108" y="97"/>
                    <a:pt x="108" y="97"/>
                  </a:cubicBezTo>
                  <a:cubicBezTo>
                    <a:pt x="98" y="114"/>
                    <a:pt x="80" y="122"/>
                    <a:pt x="56" y="12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en-US" sz="180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415039" y="2650392"/>
              <a:ext cx="158276" cy="169211"/>
            </a:xfrm>
            <a:custGeom>
              <a:avLst/>
              <a:gdLst>
                <a:gd name="T0" fmla="*/ 2147483647 w 116"/>
                <a:gd name="T1" fmla="*/ 2147483647 h 124"/>
                <a:gd name="T2" fmla="*/ 2147483647 w 116"/>
                <a:gd name="T3" fmla="*/ 2147483647 h 124"/>
                <a:gd name="T4" fmla="*/ 2147483647 w 116"/>
                <a:gd name="T5" fmla="*/ 2147483647 h 124"/>
                <a:gd name="T6" fmla="*/ 2147483647 w 116"/>
                <a:gd name="T7" fmla="*/ 2147483647 h 124"/>
                <a:gd name="T8" fmla="*/ 2147483647 w 116"/>
                <a:gd name="T9" fmla="*/ 2147483647 h 124"/>
                <a:gd name="T10" fmla="*/ 2147483647 w 116"/>
                <a:gd name="T11" fmla="*/ 2147483647 h 124"/>
                <a:gd name="T12" fmla="*/ 0 w 116"/>
                <a:gd name="T13" fmla="*/ 2147483647 h 124"/>
                <a:gd name="T14" fmla="*/ 2147483647 w 116"/>
                <a:gd name="T15" fmla="*/ 0 h 124"/>
                <a:gd name="T16" fmla="*/ 2147483647 w 116"/>
                <a:gd name="T17" fmla="*/ 2147483647 h 124"/>
                <a:gd name="T18" fmla="*/ 2147483647 w 116"/>
                <a:gd name="T19" fmla="*/ 2147483647 h 1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6" h="124">
                  <a:moveTo>
                    <a:pt x="58" y="26"/>
                  </a:moveTo>
                  <a:cubicBezTo>
                    <a:pt x="35" y="26"/>
                    <a:pt x="31" y="47"/>
                    <a:pt x="31" y="62"/>
                  </a:cubicBezTo>
                  <a:cubicBezTo>
                    <a:pt x="31" y="77"/>
                    <a:pt x="35" y="98"/>
                    <a:pt x="58" y="98"/>
                  </a:cubicBezTo>
                  <a:cubicBezTo>
                    <a:pt x="81" y="98"/>
                    <a:pt x="85" y="77"/>
                    <a:pt x="85" y="62"/>
                  </a:cubicBezTo>
                  <a:cubicBezTo>
                    <a:pt x="85" y="47"/>
                    <a:pt x="81" y="26"/>
                    <a:pt x="58" y="26"/>
                  </a:cubicBezTo>
                  <a:moveTo>
                    <a:pt x="58" y="124"/>
                  </a:moveTo>
                  <a:cubicBezTo>
                    <a:pt x="27" y="124"/>
                    <a:pt x="0" y="104"/>
                    <a:pt x="0" y="62"/>
                  </a:cubicBezTo>
                  <a:cubicBezTo>
                    <a:pt x="0" y="19"/>
                    <a:pt x="27" y="0"/>
                    <a:pt x="58" y="0"/>
                  </a:cubicBezTo>
                  <a:cubicBezTo>
                    <a:pt x="88" y="0"/>
                    <a:pt x="116" y="19"/>
                    <a:pt x="116" y="62"/>
                  </a:cubicBezTo>
                  <a:cubicBezTo>
                    <a:pt x="116" y="104"/>
                    <a:pt x="88" y="124"/>
                    <a:pt x="58" y="12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en-US" sz="180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602092" y="2650392"/>
              <a:ext cx="89785" cy="164031"/>
            </a:xfrm>
            <a:custGeom>
              <a:avLst/>
              <a:gdLst>
                <a:gd name="T0" fmla="*/ 0 w 66"/>
                <a:gd name="T1" fmla="*/ 2147483647 h 120"/>
                <a:gd name="T2" fmla="*/ 2147483647 w 66"/>
                <a:gd name="T3" fmla="*/ 2147483647 h 120"/>
                <a:gd name="T4" fmla="*/ 2147483647 w 66"/>
                <a:gd name="T5" fmla="*/ 2147483647 h 120"/>
                <a:gd name="T6" fmla="*/ 2147483647 w 66"/>
                <a:gd name="T7" fmla="*/ 0 h 120"/>
                <a:gd name="T8" fmla="*/ 2147483647 w 66"/>
                <a:gd name="T9" fmla="*/ 2147483647 h 120"/>
                <a:gd name="T10" fmla="*/ 2147483647 w 66"/>
                <a:gd name="T11" fmla="*/ 2147483647 h 120"/>
                <a:gd name="T12" fmla="*/ 2147483647 w 66"/>
                <a:gd name="T13" fmla="*/ 2147483647 h 120"/>
                <a:gd name="T14" fmla="*/ 2147483647 w 66"/>
                <a:gd name="T15" fmla="*/ 2147483647 h 120"/>
                <a:gd name="T16" fmla="*/ 2147483647 w 66"/>
                <a:gd name="T17" fmla="*/ 2147483647 h 120"/>
                <a:gd name="T18" fmla="*/ 0 w 66"/>
                <a:gd name="T19" fmla="*/ 2147483647 h 120"/>
                <a:gd name="T20" fmla="*/ 0 w 66"/>
                <a:gd name="T21" fmla="*/ 2147483647 h 12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6" h="120">
                  <a:moveTo>
                    <a:pt x="0" y="3"/>
                  </a:moveTo>
                  <a:cubicBezTo>
                    <a:pt x="30" y="3"/>
                    <a:pt x="30" y="3"/>
                    <a:pt x="30" y="3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5" y="9"/>
                    <a:pt x="49" y="0"/>
                    <a:pt x="62" y="0"/>
                  </a:cubicBezTo>
                  <a:cubicBezTo>
                    <a:pt x="63" y="0"/>
                    <a:pt x="65" y="0"/>
                    <a:pt x="66" y="1"/>
                  </a:cubicBezTo>
                  <a:cubicBezTo>
                    <a:pt x="66" y="30"/>
                    <a:pt x="66" y="30"/>
                    <a:pt x="66" y="30"/>
                  </a:cubicBezTo>
                  <a:cubicBezTo>
                    <a:pt x="64" y="30"/>
                    <a:pt x="64" y="30"/>
                    <a:pt x="64" y="30"/>
                  </a:cubicBezTo>
                  <a:cubicBezTo>
                    <a:pt x="51" y="30"/>
                    <a:pt x="36" y="32"/>
                    <a:pt x="32" y="42"/>
                  </a:cubicBezTo>
                  <a:cubicBezTo>
                    <a:pt x="32" y="120"/>
                    <a:pt x="32" y="120"/>
                    <a:pt x="32" y="120"/>
                  </a:cubicBezTo>
                  <a:cubicBezTo>
                    <a:pt x="0" y="120"/>
                    <a:pt x="0" y="120"/>
                    <a:pt x="0" y="12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en-US" sz="180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3" name="Freeform 11"/>
            <p:cNvSpPr>
              <a:spLocks noEditPoints="1"/>
            </p:cNvSpPr>
            <p:nvPr/>
          </p:nvSpPr>
          <p:spPr bwMode="auto">
            <a:xfrm>
              <a:off x="1051020" y="2650392"/>
              <a:ext cx="149642" cy="226766"/>
            </a:xfrm>
            <a:custGeom>
              <a:avLst/>
              <a:gdLst>
                <a:gd name="T0" fmla="*/ 2147483647 w 110"/>
                <a:gd name="T1" fmla="*/ 2147483647 h 166"/>
                <a:gd name="T2" fmla="*/ 2147483647 w 110"/>
                <a:gd name="T3" fmla="*/ 2147483647 h 166"/>
                <a:gd name="T4" fmla="*/ 2147483647 w 110"/>
                <a:gd name="T5" fmla="*/ 2147483647 h 166"/>
                <a:gd name="T6" fmla="*/ 2147483647 w 110"/>
                <a:gd name="T7" fmla="*/ 2147483647 h 166"/>
                <a:gd name="T8" fmla="*/ 2147483647 w 110"/>
                <a:gd name="T9" fmla="*/ 2147483647 h 166"/>
                <a:gd name="T10" fmla="*/ 2147483647 w 110"/>
                <a:gd name="T11" fmla="*/ 2147483647 h 166"/>
                <a:gd name="T12" fmla="*/ 2147483647 w 110"/>
                <a:gd name="T13" fmla="*/ 2147483647 h 166"/>
                <a:gd name="T14" fmla="*/ 2147483647 w 110"/>
                <a:gd name="T15" fmla="*/ 2147483647 h 166"/>
                <a:gd name="T16" fmla="*/ 2147483647 w 110"/>
                <a:gd name="T17" fmla="*/ 2147483647 h 166"/>
                <a:gd name="T18" fmla="*/ 2147483647 w 110"/>
                <a:gd name="T19" fmla="*/ 2147483647 h 166"/>
                <a:gd name="T20" fmla="*/ 0 w 110"/>
                <a:gd name="T21" fmla="*/ 2147483647 h 166"/>
                <a:gd name="T22" fmla="*/ 2147483647 w 110"/>
                <a:gd name="T23" fmla="*/ 0 h 166"/>
                <a:gd name="T24" fmla="*/ 2147483647 w 110"/>
                <a:gd name="T25" fmla="*/ 2147483647 h 166"/>
                <a:gd name="T26" fmla="*/ 2147483647 w 110"/>
                <a:gd name="T27" fmla="*/ 2147483647 h 166"/>
                <a:gd name="T28" fmla="*/ 2147483647 w 110"/>
                <a:gd name="T29" fmla="*/ 2147483647 h 166"/>
                <a:gd name="T30" fmla="*/ 2147483647 w 110"/>
                <a:gd name="T31" fmla="*/ 2147483647 h 166"/>
                <a:gd name="T32" fmla="*/ 2147483647 w 110"/>
                <a:gd name="T33" fmla="*/ 2147483647 h 166"/>
                <a:gd name="T34" fmla="*/ 2147483647 w 110"/>
                <a:gd name="T35" fmla="*/ 2147483647 h 166"/>
                <a:gd name="T36" fmla="*/ 2147483647 w 110"/>
                <a:gd name="T37" fmla="*/ 2147483647 h 166"/>
                <a:gd name="T38" fmla="*/ 2147483647 w 110"/>
                <a:gd name="T39" fmla="*/ 2147483647 h 166"/>
                <a:gd name="T40" fmla="*/ 2147483647 w 110"/>
                <a:gd name="T41" fmla="*/ 2147483647 h 16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10" h="166">
                  <a:moveTo>
                    <a:pt x="110" y="2"/>
                  </a:moveTo>
                  <a:cubicBezTo>
                    <a:pt x="110" y="114"/>
                    <a:pt x="110" y="114"/>
                    <a:pt x="110" y="114"/>
                  </a:cubicBezTo>
                  <a:cubicBezTo>
                    <a:pt x="110" y="133"/>
                    <a:pt x="108" y="166"/>
                    <a:pt x="52" y="166"/>
                  </a:cubicBezTo>
                  <a:cubicBezTo>
                    <a:pt x="29" y="166"/>
                    <a:pt x="8" y="157"/>
                    <a:pt x="3" y="137"/>
                  </a:cubicBezTo>
                  <a:cubicBezTo>
                    <a:pt x="34" y="132"/>
                    <a:pt x="34" y="132"/>
                    <a:pt x="34" y="132"/>
                  </a:cubicBezTo>
                  <a:cubicBezTo>
                    <a:pt x="35" y="138"/>
                    <a:pt x="39" y="143"/>
                    <a:pt x="56" y="143"/>
                  </a:cubicBezTo>
                  <a:cubicBezTo>
                    <a:pt x="72" y="143"/>
                    <a:pt x="80" y="136"/>
                    <a:pt x="80" y="117"/>
                  </a:cubicBezTo>
                  <a:cubicBezTo>
                    <a:pt x="80" y="104"/>
                    <a:pt x="80" y="104"/>
                    <a:pt x="80" y="104"/>
                  </a:cubicBezTo>
                  <a:cubicBezTo>
                    <a:pt x="79" y="103"/>
                    <a:pt x="79" y="103"/>
                    <a:pt x="79" y="103"/>
                  </a:cubicBezTo>
                  <a:cubicBezTo>
                    <a:pt x="74" y="112"/>
                    <a:pt x="67" y="120"/>
                    <a:pt x="49" y="120"/>
                  </a:cubicBezTo>
                  <a:cubicBezTo>
                    <a:pt x="22" y="120"/>
                    <a:pt x="0" y="101"/>
                    <a:pt x="0" y="62"/>
                  </a:cubicBezTo>
                  <a:cubicBezTo>
                    <a:pt x="0" y="22"/>
                    <a:pt x="22" y="0"/>
                    <a:pt x="47" y="0"/>
                  </a:cubicBezTo>
                  <a:cubicBezTo>
                    <a:pt x="71" y="0"/>
                    <a:pt x="79" y="11"/>
                    <a:pt x="81" y="17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4" y="2"/>
                    <a:pt x="84" y="2"/>
                    <a:pt x="84" y="2"/>
                  </a:cubicBezTo>
                  <a:lnTo>
                    <a:pt x="110" y="2"/>
                  </a:lnTo>
                  <a:close/>
                  <a:moveTo>
                    <a:pt x="55" y="95"/>
                  </a:moveTo>
                  <a:cubicBezTo>
                    <a:pt x="78" y="95"/>
                    <a:pt x="80" y="71"/>
                    <a:pt x="80" y="55"/>
                  </a:cubicBezTo>
                  <a:cubicBezTo>
                    <a:pt x="80" y="37"/>
                    <a:pt x="71" y="22"/>
                    <a:pt x="54" y="22"/>
                  </a:cubicBezTo>
                  <a:cubicBezTo>
                    <a:pt x="43" y="22"/>
                    <a:pt x="31" y="30"/>
                    <a:pt x="31" y="57"/>
                  </a:cubicBezTo>
                  <a:cubicBezTo>
                    <a:pt x="31" y="71"/>
                    <a:pt x="32" y="95"/>
                    <a:pt x="55" y="9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en-US" sz="180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1348002" y="2593413"/>
              <a:ext cx="112232" cy="52950"/>
            </a:xfrm>
            <a:custGeom>
              <a:avLst/>
              <a:gdLst>
                <a:gd name="T0" fmla="*/ 2147483647 w 195"/>
                <a:gd name="T1" fmla="*/ 2147483647 h 92"/>
                <a:gd name="T2" fmla="*/ 2147483647 w 195"/>
                <a:gd name="T3" fmla="*/ 2147483647 h 92"/>
                <a:gd name="T4" fmla="*/ 2147483647 w 195"/>
                <a:gd name="T5" fmla="*/ 2147483647 h 92"/>
                <a:gd name="T6" fmla="*/ 2147483647 w 195"/>
                <a:gd name="T7" fmla="*/ 2147483647 h 92"/>
                <a:gd name="T8" fmla="*/ 2147483647 w 195"/>
                <a:gd name="T9" fmla="*/ 2147483647 h 92"/>
                <a:gd name="T10" fmla="*/ 2147483647 w 195"/>
                <a:gd name="T11" fmla="*/ 2147483647 h 92"/>
                <a:gd name="T12" fmla="*/ 2147483647 w 195"/>
                <a:gd name="T13" fmla="*/ 2147483647 h 92"/>
                <a:gd name="T14" fmla="*/ 2147483647 w 195"/>
                <a:gd name="T15" fmla="*/ 2147483647 h 92"/>
                <a:gd name="T16" fmla="*/ 2147483647 w 195"/>
                <a:gd name="T17" fmla="*/ 2147483647 h 92"/>
                <a:gd name="T18" fmla="*/ 2147483647 w 195"/>
                <a:gd name="T19" fmla="*/ 2147483647 h 92"/>
                <a:gd name="T20" fmla="*/ 2147483647 w 195"/>
                <a:gd name="T21" fmla="*/ 0 h 92"/>
                <a:gd name="T22" fmla="*/ 2147483647 w 195"/>
                <a:gd name="T23" fmla="*/ 0 h 92"/>
                <a:gd name="T24" fmla="*/ 2147483647 w 195"/>
                <a:gd name="T25" fmla="*/ 2147483647 h 92"/>
                <a:gd name="T26" fmla="*/ 2147483647 w 195"/>
                <a:gd name="T27" fmla="*/ 0 h 92"/>
                <a:gd name="T28" fmla="*/ 2147483647 w 195"/>
                <a:gd name="T29" fmla="*/ 0 h 92"/>
                <a:gd name="T30" fmla="*/ 2147483647 w 195"/>
                <a:gd name="T31" fmla="*/ 2147483647 h 92"/>
                <a:gd name="T32" fmla="*/ 2147483647 w 195"/>
                <a:gd name="T33" fmla="*/ 2147483647 h 92"/>
                <a:gd name="T34" fmla="*/ 2147483647 w 195"/>
                <a:gd name="T35" fmla="*/ 2147483647 h 92"/>
                <a:gd name="T36" fmla="*/ 2147483647 w 195"/>
                <a:gd name="T37" fmla="*/ 2147483647 h 92"/>
                <a:gd name="T38" fmla="*/ 2147483647 w 195"/>
                <a:gd name="T39" fmla="*/ 2147483647 h 92"/>
                <a:gd name="T40" fmla="*/ 2147483647 w 195"/>
                <a:gd name="T41" fmla="*/ 2147483647 h 92"/>
                <a:gd name="T42" fmla="*/ 0 w 195"/>
                <a:gd name="T43" fmla="*/ 2147483647 h 92"/>
                <a:gd name="T44" fmla="*/ 0 w 195"/>
                <a:gd name="T45" fmla="*/ 0 h 92"/>
                <a:gd name="T46" fmla="*/ 2147483647 w 195"/>
                <a:gd name="T47" fmla="*/ 0 h 92"/>
                <a:gd name="T48" fmla="*/ 2147483647 w 195"/>
                <a:gd name="T49" fmla="*/ 2147483647 h 9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95" h="92">
                  <a:moveTo>
                    <a:pt x="195" y="92"/>
                  </a:moveTo>
                  <a:lnTo>
                    <a:pt x="178" y="92"/>
                  </a:lnTo>
                  <a:lnTo>
                    <a:pt x="178" y="16"/>
                  </a:lnTo>
                  <a:lnTo>
                    <a:pt x="147" y="92"/>
                  </a:lnTo>
                  <a:lnTo>
                    <a:pt x="138" y="92"/>
                  </a:lnTo>
                  <a:lnTo>
                    <a:pt x="110" y="16"/>
                  </a:lnTo>
                  <a:lnTo>
                    <a:pt x="107" y="16"/>
                  </a:lnTo>
                  <a:lnTo>
                    <a:pt x="107" y="92"/>
                  </a:lnTo>
                  <a:lnTo>
                    <a:pt x="93" y="92"/>
                  </a:lnTo>
                  <a:lnTo>
                    <a:pt x="93" y="0"/>
                  </a:lnTo>
                  <a:lnTo>
                    <a:pt x="117" y="0"/>
                  </a:lnTo>
                  <a:lnTo>
                    <a:pt x="145" y="71"/>
                  </a:lnTo>
                  <a:lnTo>
                    <a:pt x="171" y="0"/>
                  </a:lnTo>
                  <a:lnTo>
                    <a:pt x="195" y="0"/>
                  </a:lnTo>
                  <a:lnTo>
                    <a:pt x="195" y="92"/>
                  </a:lnTo>
                  <a:close/>
                  <a:moveTo>
                    <a:pt x="74" y="14"/>
                  </a:moveTo>
                  <a:lnTo>
                    <a:pt x="46" y="14"/>
                  </a:lnTo>
                  <a:lnTo>
                    <a:pt x="46" y="92"/>
                  </a:lnTo>
                  <a:lnTo>
                    <a:pt x="31" y="92"/>
                  </a:lnTo>
                  <a:lnTo>
                    <a:pt x="31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74" y="0"/>
                  </a:lnTo>
                  <a:lnTo>
                    <a:pt x="74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en-US" sz="180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</p:grp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39727" y="339726"/>
            <a:ext cx="5832475" cy="3460750"/>
          </a:xfrm>
        </p:spPr>
        <p:txBody>
          <a:bodyPr/>
          <a:lstStyle>
            <a:lvl1pPr>
              <a:lnSpc>
                <a:spcPct val="85000"/>
              </a:lnSpc>
              <a:spcAft>
                <a:spcPts val="3200"/>
              </a:spcAft>
              <a:defRPr sz="5500">
                <a:solidFill>
                  <a:schemeClr val="tx1"/>
                </a:solidFill>
                <a:latin typeface="Helvetica 75 Bold" panose="020B0804020202020204" pitchFamily="34" charset="0"/>
              </a:defRPr>
            </a:lvl1pPr>
            <a:lvl2pPr>
              <a:lnSpc>
                <a:spcPct val="90000"/>
              </a:lnSpc>
              <a:spcAft>
                <a:spcPts val="2400"/>
              </a:spcAft>
              <a:defRPr>
                <a:latin typeface="Helvetica 75 Bold" panose="020B080402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508752" y="339726"/>
            <a:ext cx="2301875" cy="3460750"/>
          </a:xfrm>
        </p:spPr>
        <p:txBody>
          <a:bodyPr tIns="109728"/>
          <a:lstStyle>
            <a:lvl1pPr>
              <a:spcAft>
                <a:spcPts val="2400"/>
              </a:spcAft>
              <a:defRPr>
                <a:latin typeface="Helvetica 75 Bold" panose="020B0804020202020204" pitchFamily="34" charset="0"/>
              </a:defRPr>
            </a:lvl1pPr>
            <a:lvl2pPr>
              <a:spcAft>
                <a:spcPts val="2400"/>
              </a:spcAft>
              <a:defRPr>
                <a:latin typeface="Helvetica 75 Bold" panose="020B080402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855152160"/>
      </p:ext>
    </p:extLst>
  </p:cSld>
  <p:clrMapOvr>
    <a:masterClrMapping/>
  </p:clrMapOvr>
  <p:transition spd="med">
    <p:fade/>
  </p:transition>
  <p:hf sldNum="0" hdr="0" ft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168275" y="4469607"/>
            <a:ext cx="4237038" cy="4833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defTabSz="914400" eaLnBrk="1" hangingPunct="1">
              <a:defRPr/>
            </a:pPr>
            <a:endParaRPr lang="en-GB" altLang="en-US" sz="1800">
              <a:solidFill>
                <a:srgbClr val="FFFFFF"/>
              </a:solidFill>
              <a:latin typeface="Calibri" pitchFamily="34" charset="0"/>
            </a:endParaRPr>
          </a:p>
        </p:txBody>
      </p:sp>
      <p:grpSp>
        <p:nvGrpSpPr>
          <p:cNvPr id="6" name="Group 4"/>
          <p:cNvGrpSpPr>
            <a:grpSpLocks/>
          </p:cNvGrpSpPr>
          <p:nvPr userDrawn="1"/>
        </p:nvGrpSpPr>
        <p:grpSpPr bwMode="auto">
          <a:xfrm>
            <a:off x="339725" y="4130279"/>
            <a:ext cx="676275" cy="677465"/>
            <a:chOff x="360362" y="1781889"/>
            <a:chExt cx="1144765" cy="1144191"/>
          </a:xfrm>
        </p:grpSpPr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360362" y="1781889"/>
              <a:ext cx="1144765" cy="1144191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defTabSz="914400" eaLnBrk="1" hangingPunct="1">
                <a:lnSpc>
                  <a:spcPct val="90000"/>
                </a:lnSpc>
                <a:spcAft>
                  <a:spcPts val="1200"/>
                </a:spcAft>
                <a:defRPr/>
              </a:pPr>
              <a:endParaRPr lang="en-GB" altLang="en-US" sz="1800">
                <a:solidFill>
                  <a:srgbClr val="FF6600"/>
                </a:solidFill>
                <a:latin typeface="Helvetica 75 Bold" pitchFamily="34" charset="0"/>
                <a:ea typeface="+mn-ea"/>
              </a:endParaRPr>
            </a:p>
          </p:txBody>
        </p:sp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702813" y="2650392"/>
              <a:ext cx="142160" cy="166334"/>
            </a:xfrm>
            <a:custGeom>
              <a:avLst/>
              <a:gdLst>
                <a:gd name="T0" fmla="*/ 2147483647 w 104"/>
                <a:gd name="T1" fmla="*/ 2147483647 h 122"/>
                <a:gd name="T2" fmla="*/ 2147483647 w 104"/>
                <a:gd name="T3" fmla="*/ 2147483647 h 122"/>
                <a:gd name="T4" fmla="*/ 2147483647 w 104"/>
                <a:gd name="T5" fmla="*/ 2147483647 h 122"/>
                <a:gd name="T6" fmla="*/ 2147483647 w 104"/>
                <a:gd name="T7" fmla="*/ 2147483647 h 122"/>
                <a:gd name="T8" fmla="*/ 2147483647 w 104"/>
                <a:gd name="T9" fmla="*/ 2147483647 h 122"/>
                <a:gd name="T10" fmla="*/ 2147483647 w 104"/>
                <a:gd name="T11" fmla="*/ 2147483647 h 122"/>
                <a:gd name="T12" fmla="*/ 2147483647 w 104"/>
                <a:gd name="T13" fmla="*/ 2147483647 h 122"/>
                <a:gd name="T14" fmla="*/ 0 w 104"/>
                <a:gd name="T15" fmla="*/ 2147483647 h 122"/>
                <a:gd name="T16" fmla="*/ 2147483647 w 104"/>
                <a:gd name="T17" fmla="*/ 2147483647 h 122"/>
                <a:gd name="T18" fmla="*/ 2147483647 w 104"/>
                <a:gd name="T19" fmla="*/ 2147483647 h 122"/>
                <a:gd name="T20" fmla="*/ 2147483647 w 104"/>
                <a:gd name="T21" fmla="*/ 2147483647 h 122"/>
                <a:gd name="T22" fmla="*/ 2147483647 w 104"/>
                <a:gd name="T23" fmla="*/ 2147483647 h 122"/>
                <a:gd name="T24" fmla="*/ 2147483647 w 104"/>
                <a:gd name="T25" fmla="*/ 2147483647 h 122"/>
                <a:gd name="T26" fmla="*/ 2147483647 w 104"/>
                <a:gd name="T27" fmla="*/ 0 h 122"/>
                <a:gd name="T28" fmla="*/ 2147483647 w 104"/>
                <a:gd name="T29" fmla="*/ 2147483647 h 122"/>
                <a:gd name="T30" fmla="*/ 2147483647 w 104"/>
                <a:gd name="T31" fmla="*/ 2147483647 h 122"/>
                <a:gd name="T32" fmla="*/ 2147483647 w 104"/>
                <a:gd name="T33" fmla="*/ 2147483647 h 122"/>
                <a:gd name="T34" fmla="*/ 2147483647 w 104"/>
                <a:gd name="T35" fmla="*/ 2147483647 h 12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04" h="122">
                  <a:moveTo>
                    <a:pt x="31" y="85"/>
                  </a:moveTo>
                  <a:cubicBezTo>
                    <a:pt x="31" y="93"/>
                    <a:pt x="36" y="101"/>
                    <a:pt x="45" y="101"/>
                  </a:cubicBezTo>
                  <a:cubicBezTo>
                    <a:pt x="54" y="101"/>
                    <a:pt x="64" y="97"/>
                    <a:pt x="73" y="88"/>
                  </a:cubicBezTo>
                  <a:cubicBezTo>
                    <a:pt x="73" y="60"/>
                    <a:pt x="73" y="60"/>
                    <a:pt x="73" y="60"/>
                  </a:cubicBezTo>
                  <a:cubicBezTo>
                    <a:pt x="44" y="64"/>
                    <a:pt x="31" y="71"/>
                    <a:pt x="31" y="85"/>
                  </a:cubicBezTo>
                  <a:moveTo>
                    <a:pt x="74" y="110"/>
                  </a:moveTo>
                  <a:cubicBezTo>
                    <a:pt x="62" y="118"/>
                    <a:pt x="49" y="122"/>
                    <a:pt x="35" y="122"/>
                  </a:cubicBezTo>
                  <a:cubicBezTo>
                    <a:pt x="13" y="122"/>
                    <a:pt x="0" y="107"/>
                    <a:pt x="0" y="88"/>
                  </a:cubicBezTo>
                  <a:cubicBezTo>
                    <a:pt x="0" y="61"/>
                    <a:pt x="24" y="47"/>
                    <a:pt x="74" y="42"/>
                  </a:cubicBezTo>
                  <a:cubicBezTo>
                    <a:pt x="74" y="35"/>
                    <a:pt x="74" y="35"/>
                    <a:pt x="74" y="35"/>
                  </a:cubicBezTo>
                  <a:cubicBezTo>
                    <a:pt x="74" y="27"/>
                    <a:pt x="68" y="22"/>
                    <a:pt x="56" y="22"/>
                  </a:cubicBezTo>
                  <a:cubicBezTo>
                    <a:pt x="44" y="22"/>
                    <a:pt x="34" y="26"/>
                    <a:pt x="27" y="35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17" y="8"/>
                    <a:pt x="34" y="0"/>
                    <a:pt x="56" y="0"/>
                  </a:cubicBezTo>
                  <a:cubicBezTo>
                    <a:pt x="87" y="0"/>
                    <a:pt x="104" y="14"/>
                    <a:pt x="104" y="35"/>
                  </a:cubicBezTo>
                  <a:cubicBezTo>
                    <a:pt x="104" y="35"/>
                    <a:pt x="104" y="120"/>
                    <a:pt x="104" y="120"/>
                  </a:cubicBezTo>
                  <a:cubicBezTo>
                    <a:pt x="77" y="120"/>
                    <a:pt x="77" y="120"/>
                    <a:pt x="77" y="120"/>
                  </a:cubicBezTo>
                  <a:lnTo>
                    <a:pt x="74" y="1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en-US" sz="180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878931" y="2650392"/>
              <a:ext cx="143311" cy="164031"/>
            </a:xfrm>
            <a:custGeom>
              <a:avLst/>
              <a:gdLst>
                <a:gd name="T0" fmla="*/ 0 w 105"/>
                <a:gd name="T1" fmla="*/ 2147483647 h 120"/>
                <a:gd name="T2" fmla="*/ 2147483647 w 105"/>
                <a:gd name="T3" fmla="*/ 2147483647 h 120"/>
                <a:gd name="T4" fmla="*/ 2147483647 w 105"/>
                <a:gd name="T5" fmla="*/ 2147483647 h 120"/>
                <a:gd name="T6" fmla="*/ 2147483647 w 105"/>
                <a:gd name="T7" fmla="*/ 0 h 120"/>
                <a:gd name="T8" fmla="*/ 2147483647 w 105"/>
                <a:gd name="T9" fmla="*/ 2147483647 h 120"/>
                <a:gd name="T10" fmla="*/ 2147483647 w 105"/>
                <a:gd name="T11" fmla="*/ 2147483647 h 120"/>
                <a:gd name="T12" fmla="*/ 2147483647 w 105"/>
                <a:gd name="T13" fmla="*/ 2147483647 h 120"/>
                <a:gd name="T14" fmla="*/ 2147483647 w 105"/>
                <a:gd name="T15" fmla="*/ 2147483647 h 120"/>
                <a:gd name="T16" fmla="*/ 2147483647 w 105"/>
                <a:gd name="T17" fmla="*/ 2147483647 h 120"/>
                <a:gd name="T18" fmla="*/ 2147483647 w 105"/>
                <a:gd name="T19" fmla="*/ 2147483647 h 120"/>
                <a:gd name="T20" fmla="*/ 2147483647 w 105"/>
                <a:gd name="T21" fmla="*/ 2147483647 h 120"/>
                <a:gd name="T22" fmla="*/ 0 w 105"/>
                <a:gd name="T23" fmla="*/ 2147483647 h 120"/>
                <a:gd name="T24" fmla="*/ 0 w 105"/>
                <a:gd name="T25" fmla="*/ 2147483647 h 12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5" h="120">
                  <a:moveTo>
                    <a:pt x="0" y="6"/>
                  </a:moveTo>
                  <a:cubicBezTo>
                    <a:pt x="25" y="2"/>
                    <a:pt x="25" y="2"/>
                    <a:pt x="25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42" y="6"/>
                    <a:pt x="54" y="0"/>
                    <a:pt x="68" y="0"/>
                  </a:cubicBezTo>
                  <a:cubicBezTo>
                    <a:pt x="92" y="0"/>
                    <a:pt x="105" y="13"/>
                    <a:pt x="105" y="38"/>
                  </a:cubicBezTo>
                  <a:cubicBezTo>
                    <a:pt x="105" y="120"/>
                    <a:pt x="105" y="120"/>
                    <a:pt x="105" y="120"/>
                  </a:cubicBezTo>
                  <a:cubicBezTo>
                    <a:pt x="74" y="120"/>
                    <a:pt x="74" y="120"/>
                    <a:pt x="74" y="120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29"/>
                    <a:pt x="70" y="23"/>
                    <a:pt x="59" y="23"/>
                  </a:cubicBezTo>
                  <a:cubicBezTo>
                    <a:pt x="50" y="23"/>
                    <a:pt x="41" y="27"/>
                    <a:pt x="30" y="36"/>
                  </a:cubicBezTo>
                  <a:cubicBezTo>
                    <a:pt x="30" y="120"/>
                    <a:pt x="30" y="120"/>
                    <a:pt x="30" y="120"/>
                  </a:cubicBezTo>
                  <a:cubicBezTo>
                    <a:pt x="0" y="120"/>
                    <a:pt x="0" y="120"/>
                    <a:pt x="0" y="120"/>
                  </a:cubicBez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en-US" sz="180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auto">
            <a:xfrm>
              <a:off x="1225411" y="2650392"/>
              <a:ext cx="149067" cy="166334"/>
            </a:xfrm>
            <a:custGeom>
              <a:avLst/>
              <a:gdLst>
                <a:gd name="T0" fmla="*/ 2147483647 w 109"/>
                <a:gd name="T1" fmla="*/ 2147483647 h 122"/>
                <a:gd name="T2" fmla="*/ 2147483647 w 109"/>
                <a:gd name="T3" fmla="*/ 2147483647 h 122"/>
                <a:gd name="T4" fmla="*/ 2147483647 w 109"/>
                <a:gd name="T5" fmla="*/ 2147483647 h 122"/>
                <a:gd name="T6" fmla="*/ 2147483647 w 109"/>
                <a:gd name="T7" fmla="*/ 2147483647 h 122"/>
                <a:gd name="T8" fmla="*/ 2147483647 w 109"/>
                <a:gd name="T9" fmla="*/ 2147483647 h 122"/>
                <a:gd name="T10" fmla="*/ 0 w 109"/>
                <a:gd name="T11" fmla="*/ 2147483647 h 122"/>
                <a:gd name="T12" fmla="*/ 2147483647 w 109"/>
                <a:gd name="T13" fmla="*/ 0 h 122"/>
                <a:gd name="T14" fmla="*/ 2147483647 w 109"/>
                <a:gd name="T15" fmla="*/ 2147483647 h 122"/>
                <a:gd name="T16" fmla="*/ 2147483647 w 109"/>
                <a:gd name="T17" fmla="*/ 2147483647 h 122"/>
                <a:gd name="T18" fmla="*/ 2147483647 w 109"/>
                <a:gd name="T19" fmla="*/ 2147483647 h 122"/>
                <a:gd name="T20" fmla="*/ 2147483647 w 109"/>
                <a:gd name="T21" fmla="*/ 2147483647 h 122"/>
                <a:gd name="T22" fmla="*/ 2147483647 w 109"/>
                <a:gd name="T23" fmla="*/ 2147483647 h 122"/>
                <a:gd name="T24" fmla="*/ 2147483647 w 109"/>
                <a:gd name="T25" fmla="*/ 2147483647 h 122"/>
                <a:gd name="T26" fmla="*/ 2147483647 w 109"/>
                <a:gd name="T27" fmla="*/ 2147483647 h 12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09" h="122">
                  <a:moveTo>
                    <a:pt x="79" y="46"/>
                  </a:moveTo>
                  <a:cubicBezTo>
                    <a:pt x="79" y="30"/>
                    <a:pt x="70" y="21"/>
                    <a:pt x="55" y="21"/>
                  </a:cubicBezTo>
                  <a:cubicBezTo>
                    <a:pt x="41" y="21"/>
                    <a:pt x="32" y="30"/>
                    <a:pt x="31" y="46"/>
                  </a:cubicBezTo>
                  <a:lnTo>
                    <a:pt x="79" y="46"/>
                  </a:lnTo>
                  <a:close/>
                  <a:moveTo>
                    <a:pt x="56" y="122"/>
                  </a:moveTo>
                  <a:cubicBezTo>
                    <a:pt x="21" y="122"/>
                    <a:pt x="0" y="100"/>
                    <a:pt x="0" y="62"/>
                  </a:cubicBezTo>
                  <a:cubicBezTo>
                    <a:pt x="0" y="22"/>
                    <a:pt x="21" y="0"/>
                    <a:pt x="55" y="0"/>
                  </a:cubicBezTo>
                  <a:cubicBezTo>
                    <a:pt x="89" y="0"/>
                    <a:pt x="109" y="22"/>
                    <a:pt x="109" y="60"/>
                  </a:cubicBezTo>
                  <a:cubicBezTo>
                    <a:pt x="109" y="62"/>
                    <a:pt x="109" y="64"/>
                    <a:pt x="109" y="66"/>
                  </a:cubicBezTo>
                  <a:cubicBezTo>
                    <a:pt x="31" y="66"/>
                    <a:pt x="31" y="66"/>
                    <a:pt x="31" y="66"/>
                  </a:cubicBezTo>
                  <a:cubicBezTo>
                    <a:pt x="31" y="88"/>
                    <a:pt x="40" y="100"/>
                    <a:pt x="58" y="100"/>
                  </a:cubicBezTo>
                  <a:cubicBezTo>
                    <a:pt x="70" y="100"/>
                    <a:pt x="78" y="95"/>
                    <a:pt x="85" y="84"/>
                  </a:cubicBezTo>
                  <a:cubicBezTo>
                    <a:pt x="108" y="97"/>
                    <a:pt x="108" y="97"/>
                    <a:pt x="108" y="97"/>
                  </a:cubicBezTo>
                  <a:cubicBezTo>
                    <a:pt x="98" y="114"/>
                    <a:pt x="80" y="122"/>
                    <a:pt x="56" y="12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en-US" sz="180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415039" y="2650392"/>
              <a:ext cx="158276" cy="169211"/>
            </a:xfrm>
            <a:custGeom>
              <a:avLst/>
              <a:gdLst>
                <a:gd name="T0" fmla="*/ 2147483647 w 116"/>
                <a:gd name="T1" fmla="*/ 2147483647 h 124"/>
                <a:gd name="T2" fmla="*/ 2147483647 w 116"/>
                <a:gd name="T3" fmla="*/ 2147483647 h 124"/>
                <a:gd name="T4" fmla="*/ 2147483647 w 116"/>
                <a:gd name="T5" fmla="*/ 2147483647 h 124"/>
                <a:gd name="T6" fmla="*/ 2147483647 w 116"/>
                <a:gd name="T7" fmla="*/ 2147483647 h 124"/>
                <a:gd name="T8" fmla="*/ 2147483647 w 116"/>
                <a:gd name="T9" fmla="*/ 2147483647 h 124"/>
                <a:gd name="T10" fmla="*/ 2147483647 w 116"/>
                <a:gd name="T11" fmla="*/ 2147483647 h 124"/>
                <a:gd name="T12" fmla="*/ 0 w 116"/>
                <a:gd name="T13" fmla="*/ 2147483647 h 124"/>
                <a:gd name="T14" fmla="*/ 2147483647 w 116"/>
                <a:gd name="T15" fmla="*/ 0 h 124"/>
                <a:gd name="T16" fmla="*/ 2147483647 w 116"/>
                <a:gd name="T17" fmla="*/ 2147483647 h 124"/>
                <a:gd name="T18" fmla="*/ 2147483647 w 116"/>
                <a:gd name="T19" fmla="*/ 2147483647 h 1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6" h="124">
                  <a:moveTo>
                    <a:pt x="58" y="26"/>
                  </a:moveTo>
                  <a:cubicBezTo>
                    <a:pt x="35" y="26"/>
                    <a:pt x="31" y="47"/>
                    <a:pt x="31" y="62"/>
                  </a:cubicBezTo>
                  <a:cubicBezTo>
                    <a:pt x="31" y="77"/>
                    <a:pt x="35" y="98"/>
                    <a:pt x="58" y="98"/>
                  </a:cubicBezTo>
                  <a:cubicBezTo>
                    <a:pt x="81" y="98"/>
                    <a:pt x="85" y="77"/>
                    <a:pt x="85" y="62"/>
                  </a:cubicBezTo>
                  <a:cubicBezTo>
                    <a:pt x="85" y="47"/>
                    <a:pt x="81" y="26"/>
                    <a:pt x="58" y="26"/>
                  </a:cubicBezTo>
                  <a:moveTo>
                    <a:pt x="58" y="124"/>
                  </a:moveTo>
                  <a:cubicBezTo>
                    <a:pt x="27" y="124"/>
                    <a:pt x="0" y="104"/>
                    <a:pt x="0" y="62"/>
                  </a:cubicBezTo>
                  <a:cubicBezTo>
                    <a:pt x="0" y="19"/>
                    <a:pt x="27" y="0"/>
                    <a:pt x="58" y="0"/>
                  </a:cubicBezTo>
                  <a:cubicBezTo>
                    <a:pt x="88" y="0"/>
                    <a:pt x="116" y="19"/>
                    <a:pt x="116" y="62"/>
                  </a:cubicBezTo>
                  <a:cubicBezTo>
                    <a:pt x="116" y="104"/>
                    <a:pt x="88" y="124"/>
                    <a:pt x="58" y="12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en-US" sz="180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602092" y="2650392"/>
              <a:ext cx="89785" cy="164031"/>
            </a:xfrm>
            <a:custGeom>
              <a:avLst/>
              <a:gdLst>
                <a:gd name="T0" fmla="*/ 0 w 66"/>
                <a:gd name="T1" fmla="*/ 2147483647 h 120"/>
                <a:gd name="T2" fmla="*/ 2147483647 w 66"/>
                <a:gd name="T3" fmla="*/ 2147483647 h 120"/>
                <a:gd name="T4" fmla="*/ 2147483647 w 66"/>
                <a:gd name="T5" fmla="*/ 2147483647 h 120"/>
                <a:gd name="T6" fmla="*/ 2147483647 w 66"/>
                <a:gd name="T7" fmla="*/ 0 h 120"/>
                <a:gd name="T8" fmla="*/ 2147483647 w 66"/>
                <a:gd name="T9" fmla="*/ 2147483647 h 120"/>
                <a:gd name="T10" fmla="*/ 2147483647 w 66"/>
                <a:gd name="T11" fmla="*/ 2147483647 h 120"/>
                <a:gd name="T12" fmla="*/ 2147483647 w 66"/>
                <a:gd name="T13" fmla="*/ 2147483647 h 120"/>
                <a:gd name="T14" fmla="*/ 2147483647 w 66"/>
                <a:gd name="T15" fmla="*/ 2147483647 h 120"/>
                <a:gd name="T16" fmla="*/ 2147483647 w 66"/>
                <a:gd name="T17" fmla="*/ 2147483647 h 120"/>
                <a:gd name="T18" fmla="*/ 0 w 66"/>
                <a:gd name="T19" fmla="*/ 2147483647 h 120"/>
                <a:gd name="T20" fmla="*/ 0 w 66"/>
                <a:gd name="T21" fmla="*/ 2147483647 h 12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6" h="120">
                  <a:moveTo>
                    <a:pt x="0" y="3"/>
                  </a:moveTo>
                  <a:cubicBezTo>
                    <a:pt x="30" y="3"/>
                    <a:pt x="30" y="3"/>
                    <a:pt x="30" y="3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5" y="9"/>
                    <a:pt x="49" y="0"/>
                    <a:pt x="62" y="0"/>
                  </a:cubicBezTo>
                  <a:cubicBezTo>
                    <a:pt x="63" y="0"/>
                    <a:pt x="65" y="0"/>
                    <a:pt x="66" y="1"/>
                  </a:cubicBezTo>
                  <a:cubicBezTo>
                    <a:pt x="66" y="30"/>
                    <a:pt x="66" y="30"/>
                    <a:pt x="66" y="30"/>
                  </a:cubicBezTo>
                  <a:cubicBezTo>
                    <a:pt x="64" y="30"/>
                    <a:pt x="64" y="30"/>
                    <a:pt x="64" y="30"/>
                  </a:cubicBezTo>
                  <a:cubicBezTo>
                    <a:pt x="51" y="30"/>
                    <a:pt x="36" y="32"/>
                    <a:pt x="32" y="42"/>
                  </a:cubicBezTo>
                  <a:cubicBezTo>
                    <a:pt x="32" y="120"/>
                    <a:pt x="32" y="120"/>
                    <a:pt x="32" y="120"/>
                  </a:cubicBezTo>
                  <a:cubicBezTo>
                    <a:pt x="0" y="120"/>
                    <a:pt x="0" y="120"/>
                    <a:pt x="0" y="12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en-US" sz="180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3" name="Freeform 11"/>
            <p:cNvSpPr>
              <a:spLocks noEditPoints="1"/>
            </p:cNvSpPr>
            <p:nvPr/>
          </p:nvSpPr>
          <p:spPr bwMode="auto">
            <a:xfrm>
              <a:off x="1051020" y="2650392"/>
              <a:ext cx="149642" cy="226766"/>
            </a:xfrm>
            <a:custGeom>
              <a:avLst/>
              <a:gdLst>
                <a:gd name="T0" fmla="*/ 2147483647 w 110"/>
                <a:gd name="T1" fmla="*/ 2147483647 h 166"/>
                <a:gd name="T2" fmla="*/ 2147483647 w 110"/>
                <a:gd name="T3" fmla="*/ 2147483647 h 166"/>
                <a:gd name="T4" fmla="*/ 2147483647 w 110"/>
                <a:gd name="T5" fmla="*/ 2147483647 h 166"/>
                <a:gd name="T6" fmla="*/ 2147483647 w 110"/>
                <a:gd name="T7" fmla="*/ 2147483647 h 166"/>
                <a:gd name="T8" fmla="*/ 2147483647 w 110"/>
                <a:gd name="T9" fmla="*/ 2147483647 h 166"/>
                <a:gd name="T10" fmla="*/ 2147483647 w 110"/>
                <a:gd name="T11" fmla="*/ 2147483647 h 166"/>
                <a:gd name="T12" fmla="*/ 2147483647 w 110"/>
                <a:gd name="T13" fmla="*/ 2147483647 h 166"/>
                <a:gd name="T14" fmla="*/ 2147483647 w 110"/>
                <a:gd name="T15" fmla="*/ 2147483647 h 166"/>
                <a:gd name="T16" fmla="*/ 2147483647 w 110"/>
                <a:gd name="T17" fmla="*/ 2147483647 h 166"/>
                <a:gd name="T18" fmla="*/ 2147483647 w 110"/>
                <a:gd name="T19" fmla="*/ 2147483647 h 166"/>
                <a:gd name="T20" fmla="*/ 0 w 110"/>
                <a:gd name="T21" fmla="*/ 2147483647 h 166"/>
                <a:gd name="T22" fmla="*/ 2147483647 w 110"/>
                <a:gd name="T23" fmla="*/ 0 h 166"/>
                <a:gd name="T24" fmla="*/ 2147483647 w 110"/>
                <a:gd name="T25" fmla="*/ 2147483647 h 166"/>
                <a:gd name="T26" fmla="*/ 2147483647 w 110"/>
                <a:gd name="T27" fmla="*/ 2147483647 h 166"/>
                <a:gd name="T28" fmla="*/ 2147483647 w 110"/>
                <a:gd name="T29" fmla="*/ 2147483647 h 166"/>
                <a:gd name="T30" fmla="*/ 2147483647 w 110"/>
                <a:gd name="T31" fmla="*/ 2147483647 h 166"/>
                <a:gd name="T32" fmla="*/ 2147483647 w 110"/>
                <a:gd name="T33" fmla="*/ 2147483647 h 166"/>
                <a:gd name="T34" fmla="*/ 2147483647 w 110"/>
                <a:gd name="T35" fmla="*/ 2147483647 h 166"/>
                <a:gd name="T36" fmla="*/ 2147483647 w 110"/>
                <a:gd name="T37" fmla="*/ 2147483647 h 166"/>
                <a:gd name="T38" fmla="*/ 2147483647 w 110"/>
                <a:gd name="T39" fmla="*/ 2147483647 h 166"/>
                <a:gd name="T40" fmla="*/ 2147483647 w 110"/>
                <a:gd name="T41" fmla="*/ 2147483647 h 16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10" h="166">
                  <a:moveTo>
                    <a:pt x="110" y="2"/>
                  </a:moveTo>
                  <a:cubicBezTo>
                    <a:pt x="110" y="114"/>
                    <a:pt x="110" y="114"/>
                    <a:pt x="110" y="114"/>
                  </a:cubicBezTo>
                  <a:cubicBezTo>
                    <a:pt x="110" y="133"/>
                    <a:pt x="108" y="166"/>
                    <a:pt x="52" y="166"/>
                  </a:cubicBezTo>
                  <a:cubicBezTo>
                    <a:pt x="29" y="166"/>
                    <a:pt x="8" y="157"/>
                    <a:pt x="3" y="137"/>
                  </a:cubicBezTo>
                  <a:cubicBezTo>
                    <a:pt x="34" y="132"/>
                    <a:pt x="34" y="132"/>
                    <a:pt x="34" y="132"/>
                  </a:cubicBezTo>
                  <a:cubicBezTo>
                    <a:pt x="35" y="138"/>
                    <a:pt x="39" y="143"/>
                    <a:pt x="56" y="143"/>
                  </a:cubicBezTo>
                  <a:cubicBezTo>
                    <a:pt x="72" y="143"/>
                    <a:pt x="80" y="136"/>
                    <a:pt x="80" y="117"/>
                  </a:cubicBezTo>
                  <a:cubicBezTo>
                    <a:pt x="80" y="104"/>
                    <a:pt x="80" y="104"/>
                    <a:pt x="80" y="104"/>
                  </a:cubicBezTo>
                  <a:cubicBezTo>
                    <a:pt x="79" y="103"/>
                    <a:pt x="79" y="103"/>
                    <a:pt x="79" y="103"/>
                  </a:cubicBezTo>
                  <a:cubicBezTo>
                    <a:pt x="74" y="112"/>
                    <a:pt x="67" y="120"/>
                    <a:pt x="49" y="120"/>
                  </a:cubicBezTo>
                  <a:cubicBezTo>
                    <a:pt x="22" y="120"/>
                    <a:pt x="0" y="101"/>
                    <a:pt x="0" y="62"/>
                  </a:cubicBezTo>
                  <a:cubicBezTo>
                    <a:pt x="0" y="22"/>
                    <a:pt x="22" y="0"/>
                    <a:pt x="47" y="0"/>
                  </a:cubicBezTo>
                  <a:cubicBezTo>
                    <a:pt x="71" y="0"/>
                    <a:pt x="79" y="11"/>
                    <a:pt x="81" y="17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4" y="2"/>
                    <a:pt x="84" y="2"/>
                    <a:pt x="84" y="2"/>
                  </a:cubicBezTo>
                  <a:lnTo>
                    <a:pt x="110" y="2"/>
                  </a:lnTo>
                  <a:close/>
                  <a:moveTo>
                    <a:pt x="55" y="95"/>
                  </a:moveTo>
                  <a:cubicBezTo>
                    <a:pt x="78" y="95"/>
                    <a:pt x="80" y="71"/>
                    <a:pt x="80" y="55"/>
                  </a:cubicBezTo>
                  <a:cubicBezTo>
                    <a:pt x="80" y="37"/>
                    <a:pt x="71" y="22"/>
                    <a:pt x="54" y="22"/>
                  </a:cubicBezTo>
                  <a:cubicBezTo>
                    <a:pt x="43" y="22"/>
                    <a:pt x="31" y="30"/>
                    <a:pt x="31" y="57"/>
                  </a:cubicBezTo>
                  <a:cubicBezTo>
                    <a:pt x="31" y="71"/>
                    <a:pt x="32" y="95"/>
                    <a:pt x="55" y="9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en-US" sz="180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1348002" y="2593413"/>
              <a:ext cx="112232" cy="52950"/>
            </a:xfrm>
            <a:custGeom>
              <a:avLst/>
              <a:gdLst>
                <a:gd name="T0" fmla="*/ 2147483647 w 195"/>
                <a:gd name="T1" fmla="*/ 2147483647 h 92"/>
                <a:gd name="T2" fmla="*/ 2147483647 w 195"/>
                <a:gd name="T3" fmla="*/ 2147483647 h 92"/>
                <a:gd name="T4" fmla="*/ 2147483647 w 195"/>
                <a:gd name="T5" fmla="*/ 2147483647 h 92"/>
                <a:gd name="T6" fmla="*/ 2147483647 w 195"/>
                <a:gd name="T7" fmla="*/ 2147483647 h 92"/>
                <a:gd name="T8" fmla="*/ 2147483647 w 195"/>
                <a:gd name="T9" fmla="*/ 2147483647 h 92"/>
                <a:gd name="T10" fmla="*/ 2147483647 w 195"/>
                <a:gd name="T11" fmla="*/ 2147483647 h 92"/>
                <a:gd name="T12" fmla="*/ 2147483647 w 195"/>
                <a:gd name="T13" fmla="*/ 2147483647 h 92"/>
                <a:gd name="T14" fmla="*/ 2147483647 w 195"/>
                <a:gd name="T15" fmla="*/ 2147483647 h 92"/>
                <a:gd name="T16" fmla="*/ 2147483647 w 195"/>
                <a:gd name="T17" fmla="*/ 2147483647 h 92"/>
                <a:gd name="T18" fmla="*/ 2147483647 w 195"/>
                <a:gd name="T19" fmla="*/ 2147483647 h 92"/>
                <a:gd name="T20" fmla="*/ 2147483647 w 195"/>
                <a:gd name="T21" fmla="*/ 0 h 92"/>
                <a:gd name="T22" fmla="*/ 2147483647 w 195"/>
                <a:gd name="T23" fmla="*/ 0 h 92"/>
                <a:gd name="T24" fmla="*/ 2147483647 w 195"/>
                <a:gd name="T25" fmla="*/ 2147483647 h 92"/>
                <a:gd name="T26" fmla="*/ 2147483647 w 195"/>
                <a:gd name="T27" fmla="*/ 0 h 92"/>
                <a:gd name="T28" fmla="*/ 2147483647 w 195"/>
                <a:gd name="T29" fmla="*/ 0 h 92"/>
                <a:gd name="T30" fmla="*/ 2147483647 w 195"/>
                <a:gd name="T31" fmla="*/ 2147483647 h 92"/>
                <a:gd name="T32" fmla="*/ 2147483647 w 195"/>
                <a:gd name="T33" fmla="*/ 2147483647 h 92"/>
                <a:gd name="T34" fmla="*/ 2147483647 w 195"/>
                <a:gd name="T35" fmla="*/ 2147483647 h 92"/>
                <a:gd name="T36" fmla="*/ 2147483647 w 195"/>
                <a:gd name="T37" fmla="*/ 2147483647 h 92"/>
                <a:gd name="T38" fmla="*/ 2147483647 w 195"/>
                <a:gd name="T39" fmla="*/ 2147483647 h 92"/>
                <a:gd name="T40" fmla="*/ 2147483647 w 195"/>
                <a:gd name="T41" fmla="*/ 2147483647 h 92"/>
                <a:gd name="T42" fmla="*/ 0 w 195"/>
                <a:gd name="T43" fmla="*/ 2147483647 h 92"/>
                <a:gd name="T44" fmla="*/ 0 w 195"/>
                <a:gd name="T45" fmla="*/ 0 h 92"/>
                <a:gd name="T46" fmla="*/ 2147483647 w 195"/>
                <a:gd name="T47" fmla="*/ 0 h 92"/>
                <a:gd name="T48" fmla="*/ 2147483647 w 195"/>
                <a:gd name="T49" fmla="*/ 2147483647 h 9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95" h="92">
                  <a:moveTo>
                    <a:pt x="195" y="92"/>
                  </a:moveTo>
                  <a:lnTo>
                    <a:pt x="178" y="92"/>
                  </a:lnTo>
                  <a:lnTo>
                    <a:pt x="178" y="16"/>
                  </a:lnTo>
                  <a:lnTo>
                    <a:pt x="147" y="92"/>
                  </a:lnTo>
                  <a:lnTo>
                    <a:pt x="138" y="92"/>
                  </a:lnTo>
                  <a:lnTo>
                    <a:pt x="110" y="16"/>
                  </a:lnTo>
                  <a:lnTo>
                    <a:pt x="107" y="16"/>
                  </a:lnTo>
                  <a:lnTo>
                    <a:pt x="107" y="92"/>
                  </a:lnTo>
                  <a:lnTo>
                    <a:pt x="93" y="92"/>
                  </a:lnTo>
                  <a:lnTo>
                    <a:pt x="93" y="0"/>
                  </a:lnTo>
                  <a:lnTo>
                    <a:pt x="117" y="0"/>
                  </a:lnTo>
                  <a:lnTo>
                    <a:pt x="145" y="71"/>
                  </a:lnTo>
                  <a:lnTo>
                    <a:pt x="171" y="0"/>
                  </a:lnTo>
                  <a:lnTo>
                    <a:pt x="195" y="0"/>
                  </a:lnTo>
                  <a:lnTo>
                    <a:pt x="195" y="92"/>
                  </a:lnTo>
                  <a:close/>
                  <a:moveTo>
                    <a:pt x="74" y="14"/>
                  </a:moveTo>
                  <a:lnTo>
                    <a:pt x="46" y="14"/>
                  </a:lnTo>
                  <a:lnTo>
                    <a:pt x="46" y="92"/>
                  </a:lnTo>
                  <a:lnTo>
                    <a:pt x="31" y="92"/>
                  </a:lnTo>
                  <a:lnTo>
                    <a:pt x="31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74" y="0"/>
                  </a:lnTo>
                  <a:lnTo>
                    <a:pt x="74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en-US" sz="180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</p:grp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39727" y="339726"/>
            <a:ext cx="5832475" cy="3460750"/>
          </a:xfrm>
        </p:spPr>
        <p:txBody>
          <a:bodyPr/>
          <a:lstStyle>
            <a:lvl1pPr>
              <a:lnSpc>
                <a:spcPct val="85000"/>
              </a:lnSpc>
              <a:spcAft>
                <a:spcPts val="3200"/>
              </a:spcAft>
              <a:defRPr sz="5500">
                <a:solidFill>
                  <a:schemeClr val="tx1"/>
                </a:solidFill>
                <a:latin typeface="Helvetica 75 Bold" panose="020B0804020202020204" pitchFamily="34" charset="0"/>
              </a:defRPr>
            </a:lvl1pPr>
            <a:lvl2pPr>
              <a:lnSpc>
                <a:spcPct val="90000"/>
              </a:lnSpc>
              <a:spcAft>
                <a:spcPts val="2400"/>
              </a:spcAft>
              <a:defRPr>
                <a:latin typeface="Helvetica 75 Bold" panose="020B080402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508752" y="339726"/>
            <a:ext cx="2301875" cy="3460750"/>
          </a:xfrm>
        </p:spPr>
        <p:txBody>
          <a:bodyPr tIns="109728"/>
          <a:lstStyle>
            <a:lvl1pPr>
              <a:spcAft>
                <a:spcPts val="2400"/>
              </a:spcAft>
              <a:defRPr>
                <a:latin typeface="Helvetica 75 Bold" panose="020B0804020202020204" pitchFamily="34" charset="0"/>
              </a:defRPr>
            </a:lvl1pPr>
            <a:lvl2pPr>
              <a:spcAft>
                <a:spcPts val="2400"/>
              </a:spcAft>
              <a:defRPr>
                <a:latin typeface="Helvetica 75 Bold" panose="020B080402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982590319"/>
      </p:ext>
    </p:extLst>
  </p:cSld>
  <p:clrMapOvr>
    <a:masterClrMapping/>
  </p:clrMapOvr>
  <p:transition spd="med">
    <p:fade/>
  </p:transition>
  <p:hf sldNum="0" hdr="0" ft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728" y="339726"/>
            <a:ext cx="8470899" cy="4130675"/>
          </a:xfrm>
        </p:spPr>
        <p:txBody>
          <a:bodyPr/>
          <a:lstStyle>
            <a:lvl1pPr>
              <a:lnSpc>
                <a:spcPct val="85000"/>
              </a:lnSpc>
              <a:spcAft>
                <a:spcPts val="0"/>
              </a:spcAft>
              <a:defRPr sz="3000">
                <a:solidFill>
                  <a:srgbClr val="FF6600"/>
                </a:solidFill>
                <a:latin typeface="Helvetica 75 Bold" panose="020B0804020202020204" pitchFamily="34" charset="0"/>
              </a:defRPr>
            </a:lvl1pPr>
            <a:lvl2pPr marL="401638" indent="-401638">
              <a:lnSpc>
                <a:spcPct val="85000"/>
              </a:lnSpc>
              <a:spcAft>
                <a:spcPts val="0"/>
              </a:spcAft>
              <a:buFont typeface="+mj-lt"/>
              <a:buAutoNum type="arabicPeriod"/>
              <a:defRPr sz="3000">
                <a:latin typeface="Helvetica 75 Bold" panose="020B0804020202020204" pitchFamily="34" charset="0"/>
              </a:defRPr>
            </a:lvl2pPr>
            <a:lvl3pPr marL="0" indent="0">
              <a:lnSpc>
                <a:spcPct val="85000"/>
              </a:lnSpc>
              <a:spcAft>
                <a:spcPts val="800"/>
              </a:spcAft>
              <a:buFont typeface="+mj-lt"/>
              <a:buNone/>
              <a:defRPr sz="3000"/>
            </a:lvl3pPr>
            <a:lvl4pPr marL="0" indent="0">
              <a:lnSpc>
                <a:spcPct val="85000"/>
              </a:lnSpc>
              <a:spcAft>
                <a:spcPts val="800"/>
              </a:spcAft>
              <a:buFont typeface="+mj-lt"/>
              <a:buNone/>
              <a:defRPr sz="3000"/>
            </a:lvl4pPr>
            <a:lvl5pPr marL="0" indent="0">
              <a:lnSpc>
                <a:spcPct val="85000"/>
              </a:lnSpc>
              <a:spcAft>
                <a:spcPts val="800"/>
              </a:spcAft>
              <a:buFont typeface="+mj-lt"/>
              <a:buNone/>
              <a:defRPr sz="3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95383"/>
      </p:ext>
    </p:extLst>
  </p:cSld>
  <p:clrMapOvr>
    <a:masterClrMapping/>
  </p:clrMapOvr>
  <p:transition spd="med"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167951" y="4469074"/>
            <a:ext cx="4237362" cy="4837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39725" y="339725"/>
            <a:ext cx="5832475" cy="3460750"/>
          </a:xfrm>
        </p:spPr>
        <p:txBody>
          <a:bodyPr/>
          <a:lstStyle>
            <a:lvl1pPr>
              <a:lnSpc>
                <a:spcPct val="85000"/>
              </a:lnSpc>
              <a:spcAft>
                <a:spcPts val="3200"/>
              </a:spcAft>
              <a:defRPr sz="5500">
                <a:solidFill>
                  <a:schemeClr val="tx1"/>
                </a:solidFill>
                <a:latin typeface="Helvetica 75 Bold" panose="020B0804020202020204" pitchFamily="34" charset="0"/>
              </a:defRPr>
            </a:lvl1pPr>
            <a:lvl2pPr>
              <a:lnSpc>
                <a:spcPct val="90000"/>
              </a:lnSpc>
              <a:spcAft>
                <a:spcPts val="2400"/>
              </a:spcAft>
              <a:defRPr>
                <a:latin typeface="Helvetica 75 Bold" panose="020B08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508750" y="339725"/>
            <a:ext cx="2301875" cy="3460750"/>
          </a:xfrm>
        </p:spPr>
        <p:txBody>
          <a:bodyPr tIns="109728"/>
          <a:lstStyle>
            <a:lvl1pPr>
              <a:spcAft>
                <a:spcPts val="2400"/>
              </a:spcAft>
              <a:defRPr>
                <a:latin typeface="Helvetica 75 Bold" panose="020B0804020202020204" pitchFamily="34" charset="0"/>
              </a:defRPr>
            </a:lvl1pPr>
            <a:lvl2pPr>
              <a:spcAft>
                <a:spcPts val="2400"/>
              </a:spcAft>
              <a:defRPr>
                <a:latin typeface="Helvetica 75 Bold" panose="020B08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878128802"/>
      </p:ext>
    </p:extLst>
  </p:cSld>
  <p:clrMapOvr>
    <a:masterClrMapping/>
  </p:clrMapOvr>
  <p:transition spd="med">
    <p:fade/>
  </p:transition>
  <p:hf sldNum="0" hdr="0" ft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726" y="339725"/>
            <a:ext cx="8470899" cy="4130675"/>
          </a:xfrm>
        </p:spPr>
        <p:txBody>
          <a:bodyPr/>
          <a:lstStyle>
            <a:lvl1pPr>
              <a:lnSpc>
                <a:spcPct val="85000"/>
              </a:lnSpc>
              <a:spcAft>
                <a:spcPts val="0"/>
              </a:spcAft>
              <a:defRPr sz="3000">
                <a:solidFill>
                  <a:srgbClr val="FF6600"/>
                </a:solidFill>
                <a:latin typeface="Helvetica 75 Bold" panose="020B0804020202020204" pitchFamily="34" charset="0"/>
              </a:defRPr>
            </a:lvl1pPr>
            <a:lvl2pPr marL="401638" indent="-401638">
              <a:lnSpc>
                <a:spcPct val="85000"/>
              </a:lnSpc>
              <a:spcAft>
                <a:spcPts val="0"/>
              </a:spcAft>
              <a:buFont typeface="+mj-lt"/>
              <a:buAutoNum type="arabicPeriod"/>
              <a:defRPr sz="3000">
                <a:latin typeface="Helvetica 75 Bold" panose="020B0804020202020204" pitchFamily="34" charset="0"/>
              </a:defRPr>
            </a:lvl2pPr>
            <a:lvl3pPr marL="0" indent="0">
              <a:lnSpc>
                <a:spcPct val="85000"/>
              </a:lnSpc>
              <a:spcAft>
                <a:spcPts val="800"/>
              </a:spcAft>
              <a:buFont typeface="+mj-lt"/>
              <a:buNone/>
              <a:defRPr sz="3000"/>
            </a:lvl3pPr>
            <a:lvl4pPr marL="0" indent="0">
              <a:lnSpc>
                <a:spcPct val="85000"/>
              </a:lnSpc>
              <a:spcAft>
                <a:spcPts val="800"/>
              </a:spcAft>
              <a:buFont typeface="+mj-lt"/>
              <a:buNone/>
              <a:defRPr sz="3000"/>
            </a:lvl4pPr>
            <a:lvl5pPr marL="0" indent="0">
              <a:lnSpc>
                <a:spcPct val="85000"/>
              </a:lnSpc>
              <a:spcAft>
                <a:spcPts val="800"/>
              </a:spcAft>
              <a:buFont typeface="+mj-lt"/>
              <a:buNone/>
              <a:defRPr sz="3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122362"/>
      </p:ext>
    </p:extLst>
  </p:cSld>
  <p:clrMapOvr>
    <a:masterClrMapping/>
  </p:clrMapOvr>
  <p:transition spd="med"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726" y="339725"/>
            <a:ext cx="8470899" cy="4130675"/>
          </a:xfrm>
        </p:spPr>
        <p:txBody>
          <a:bodyPr/>
          <a:lstStyle>
            <a:lvl1pPr>
              <a:lnSpc>
                <a:spcPct val="85000"/>
              </a:lnSpc>
              <a:spcAft>
                <a:spcPts val="3200"/>
              </a:spcAft>
              <a:defRPr sz="5500">
                <a:solidFill>
                  <a:schemeClr val="tx1"/>
                </a:solidFill>
                <a:latin typeface="Helvetica 75 Bold" panose="020B0804020202020204" pitchFamily="34" charset="0"/>
              </a:defRPr>
            </a:lvl1pPr>
            <a:lvl2pPr>
              <a:lnSpc>
                <a:spcPct val="90000"/>
              </a:lnSpc>
              <a:spcAft>
                <a:spcPts val="2400"/>
              </a:spcAft>
              <a:defRPr sz="1400">
                <a:latin typeface="Helvetica 75 Bold" panose="020B0804020202020204" pitchFamily="34" charset="0"/>
              </a:defRPr>
            </a:lvl2pPr>
            <a:lvl3pPr marL="0" indent="0">
              <a:lnSpc>
                <a:spcPct val="85000"/>
              </a:lnSpc>
              <a:spcAft>
                <a:spcPts val="800"/>
              </a:spcAft>
              <a:buNone/>
              <a:defRPr sz="1200"/>
            </a:lvl3pPr>
            <a:lvl4pPr>
              <a:lnSpc>
                <a:spcPct val="85000"/>
              </a:lnSpc>
              <a:spcAft>
                <a:spcPts val="800"/>
              </a:spcAft>
              <a:defRPr sz="5500"/>
            </a:lvl4pPr>
            <a:lvl5pPr>
              <a:lnSpc>
                <a:spcPct val="85000"/>
              </a:lnSpc>
              <a:spcAft>
                <a:spcPts val="800"/>
              </a:spcAft>
              <a:defRPr sz="5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464287825"/>
      </p:ext>
    </p:extLst>
  </p:cSld>
  <p:clrMapOvr>
    <a:masterClrMapping/>
  </p:clrMapOvr>
  <p:transition spd="med"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725" y="339725"/>
            <a:ext cx="8470900" cy="623888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2000">
                <a:solidFill>
                  <a:srgbClr val="FF6600"/>
                </a:solidFill>
                <a:latin typeface="Helvetica 75 Bold" panose="020B08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726" y="1304924"/>
            <a:ext cx="8470899" cy="3165475"/>
          </a:xfrm>
        </p:spPr>
        <p:txBody>
          <a:bodyPr/>
          <a:lstStyle>
            <a:lvl1pPr>
              <a:lnSpc>
                <a:spcPct val="90000"/>
              </a:lnSpc>
              <a:spcAft>
                <a:spcPts val="800"/>
              </a:spcAft>
              <a:defRPr sz="1400">
                <a:solidFill>
                  <a:srgbClr val="FF6600"/>
                </a:solidFill>
                <a:latin typeface="Helvetica 75 Bold" panose="020B0804020202020204" pitchFamily="34" charset="0"/>
              </a:defRPr>
            </a:lvl1pPr>
            <a:lvl2pPr>
              <a:lnSpc>
                <a:spcPct val="90000"/>
              </a:lnSpc>
              <a:spcAft>
                <a:spcPts val="800"/>
              </a:spcAft>
              <a:defRPr sz="1400">
                <a:latin typeface="Helvetica 75 Bold" panose="020B0804020202020204" pitchFamily="34" charset="0"/>
              </a:defRPr>
            </a:lvl2pPr>
            <a:lvl3pPr>
              <a:lnSpc>
                <a:spcPct val="90000"/>
              </a:lnSpc>
              <a:spcAft>
                <a:spcPts val="800"/>
              </a:spcAft>
              <a:defRPr sz="1400">
                <a:latin typeface="Helvetica 75 Bold" panose="020B0804020202020204" pitchFamily="34" charset="0"/>
              </a:defRPr>
            </a:lvl3pPr>
            <a:lvl4pPr>
              <a:lnSpc>
                <a:spcPct val="90000"/>
              </a:lnSpc>
              <a:spcAft>
                <a:spcPts val="800"/>
              </a:spcAft>
              <a:defRPr sz="1400">
                <a:latin typeface="Helvetica 75 Bold" panose="020B0804020202020204" pitchFamily="34" charset="0"/>
              </a:defRPr>
            </a:lvl4pPr>
            <a:lvl5pPr>
              <a:lnSpc>
                <a:spcPct val="90000"/>
              </a:lnSpc>
              <a:spcAft>
                <a:spcPts val="800"/>
              </a:spcAft>
              <a:defRPr sz="1400">
                <a:latin typeface="Helvetica 75 Bold" panose="020B08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429024"/>
      </p:ext>
    </p:extLst>
  </p:cSld>
  <p:clrMapOvr>
    <a:masterClrMapping/>
  </p:clrMapOvr>
  <p:transition spd="med"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725" y="339724"/>
            <a:ext cx="8470900" cy="623889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2000">
                <a:solidFill>
                  <a:srgbClr val="FF6600"/>
                </a:solidFill>
                <a:latin typeface="Helvetica 75 Bold" panose="020B08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724" y="1304925"/>
            <a:ext cx="4065589" cy="3165474"/>
          </a:xfrm>
        </p:spPr>
        <p:txBody>
          <a:bodyPr/>
          <a:lstStyle>
            <a:lvl1pPr>
              <a:lnSpc>
                <a:spcPct val="90000"/>
              </a:lnSpc>
              <a:spcAft>
                <a:spcPts val="800"/>
              </a:spcAft>
              <a:defRPr>
                <a:solidFill>
                  <a:srgbClr val="FF6600"/>
                </a:solidFill>
                <a:latin typeface="Helvetica 75 Bold" panose="020B0804020202020204" pitchFamily="34" charset="0"/>
              </a:defRPr>
            </a:lvl1pPr>
            <a:lvl2pPr>
              <a:lnSpc>
                <a:spcPct val="90000"/>
              </a:lnSpc>
              <a:spcAft>
                <a:spcPts val="800"/>
              </a:spcAft>
              <a:defRPr>
                <a:latin typeface="Helvetica 75 Bold" panose="020B0804020202020204" pitchFamily="34" charset="0"/>
              </a:defRPr>
            </a:lvl2pPr>
            <a:lvl3pPr>
              <a:lnSpc>
                <a:spcPct val="90000"/>
              </a:lnSpc>
              <a:spcAft>
                <a:spcPts val="800"/>
              </a:spcAft>
              <a:defRPr>
                <a:latin typeface="Helvetica 75 Bold" panose="020B0804020202020204" pitchFamily="34" charset="0"/>
              </a:defRPr>
            </a:lvl3pPr>
            <a:lvl4pPr>
              <a:lnSpc>
                <a:spcPct val="90000"/>
              </a:lnSpc>
              <a:spcAft>
                <a:spcPts val="800"/>
              </a:spcAft>
              <a:defRPr>
                <a:latin typeface="Helvetica 75 Bold" panose="020B0804020202020204" pitchFamily="34" charset="0"/>
              </a:defRPr>
            </a:lvl4pPr>
            <a:lvl5pPr>
              <a:lnSpc>
                <a:spcPct val="90000"/>
              </a:lnSpc>
              <a:spcAft>
                <a:spcPts val="800"/>
              </a:spcAft>
              <a:defRPr>
                <a:latin typeface="Helvetica 75 Bold" panose="020B08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4738688" y="1304925"/>
            <a:ext cx="4065589" cy="3165474"/>
          </a:xfrm>
        </p:spPr>
        <p:txBody>
          <a:bodyPr/>
          <a:lstStyle>
            <a:lvl1pPr>
              <a:lnSpc>
                <a:spcPct val="90000"/>
              </a:lnSpc>
              <a:spcAft>
                <a:spcPts val="800"/>
              </a:spcAft>
              <a:defRPr>
                <a:solidFill>
                  <a:srgbClr val="FF6600"/>
                </a:solidFill>
                <a:latin typeface="Helvetica 75 Bold" panose="020B0804020202020204" pitchFamily="34" charset="0"/>
              </a:defRPr>
            </a:lvl1pPr>
            <a:lvl2pPr>
              <a:lnSpc>
                <a:spcPct val="90000"/>
              </a:lnSpc>
              <a:spcAft>
                <a:spcPts val="800"/>
              </a:spcAft>
              <a:defRPr>
                <a:latin typeface="Helvetica 75 Bold" panose="020B0804020202020204" pitchFamily="34" charset="0"/>
              </a:defRPr>
            </a:lvl2pPr>
            <a:lvl3pPr>
              <a:lnSpc>
                <a:spcPct val="90000"/>
              </a:lnSpc>
              <a:spcAft>
                <a:spcPts val="800"/>
              </a:spcAft>
              <a:defRPr>
                <a:latin typeface="Helvetica 75 Bold" panose="020B0804020202020204" pitchFamily="34" charset="0"/>
              </a:defRPr>
            </a:lvl3pPr>
            <a:lvl4pPr>
              <a:lnSpc>
                <a:spcPct val="90000"/>
              </a:lnSpc>
              <a:spcAft>
                <a:spcPts val="800"/>
              </a:spcAft>
              <a:defRPr>
                <a:latin typeface="Helvetica 75 Bold" panose="020B0804020202020204" pitchFamily="34" charset="0"/>
              </a:defRPr>
            </a:lvl4pPr>
            <a:lvl5pPr>
              <a:lnSpc>
                <a:spcPct val="90000"/>
              </a:lnSpc>
              <a:spcAft>
                <a:spcPts val="800"/>
              </a:spcAft>
              <a:defRPr>
                <a:latin typeface="Helvetica 75 Bold" panose="020B08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071566"/>
      </p:ext>
    </p:extLst>
  </p:cSld>
  <p:clrMapOvr>
    <a:masterClrMapping/>
  </p:clrMapOvr>
  <p:transition spd="med"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726" y="1304925"/>
            <a:ext cx="8470899" cy="3165475"/>
          </a:xfrm>
        </p:spPr>
        <p:txBody>
          <a:bodyPr/>
          <a:lstStyle>
            <a:lvl1pPr>
              <a:lnSpc>
                <a:spcPct val="85000"/>
              </a:lnSpc>
              <a:spcAft>
                <a:spcPts val="2400"/>
              </a:spcAft>
              <a:defRPr sz="3000">
                <a:solidFill>
                  <a:schemeClr val="tx1"/>
                </a:solidFill>
                <a:latin typeface="Helvetica 75 Bold" panose="020B0804020202020204" pitchFamily="34" charset="0"/>
              </a:defRPr>
            </a:lvl1pPr>
            <a:lvl2pPr>
              <a:lnSpc>
                <a:spcPct val="90000"/>
              </a:lnSpc>
              <a:spcAft>
                <a:spcPts val="800"/>
              </a:spcAft>
              <a:defRPr sz="1400">
                <a:solidFill>
                  <a:schemeClr val="tx1"/>
                </a:solidFill>
                <a:latin typeface="Helvetica 75 Bold" panose="020B0804020202020204" pitchFamily="34" charset="0"/>
              </a:defRPr>
            </a:lvl2pPr>
            <a:lvl3pPr>
              <a:lnSpc>
                <a:spcPct val="90000"/>
              </a:lnSpc>
              <a:spcAft>
                <a:spcPts val="800"/>
              </a:spcAft>
              <a:defRPr sz="1400">
                <a:solidFill>
                  <a:schemeClr val="tx1"/>
                </a:solidFill>
                <a:latin typeface="Helvetica 75 Bold" panose="020B0804020202020204" pitchFamily="34" charset="0"/>
              </a:defRPr>
            </a:lvl3pPr>
            <a:lvl4pPr>
              <a:lnSpc>
                <a:spcPct val="90000"/>
              </a:lnSpc>
              <a:spcAft>
                <a:spcPts val="800"/>
              </a:spcAft>
              <a:defRPr sz="1400">
                <a:solidFill>
                  <a:schemeClr val="tx1"/>
                </a:solidFill>
                <a:latin typeface="Helvetica 75 Bold" panose="020B0804020202020204" pitchFamily="34" charset="0"/>
              </a:defRPr>
            </a:lvl4pPr>
            <a:lvl5pPr>
              <a:lnSpc>
                <a:spcPct val="90000"/>
              </a:lnSpc>
              <a:spcAft>
                <a:spcPts val="800"/>
              </a:spcAft>
              <a:defRPr sz="1400">
                <a:solidFill>
                  <a:schemeClr val="tx1"/>
                </a:solidFill>
                <a:latin typeface="Helvetica 75 Bold" panose="020B08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39725" y="339724"/>
            <a:ext cx="8470900" cy="623889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2000">
                <a:solidFill>
                  <a:srgbClr val="FF6600"/>
                </a:solidFill>
                <a:latin typeface="Helvetica 75 Bold" panose="020B08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872821"/>
      </p:ext>
    </p:extLst>
  </p:cSld>
  <p:clrMapOvr>
    <a:masterClrMapping/>
  </p:clrMapOvr>
  <p:transition spd="med"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726" y="339725"/>
            <a:ext cx="8470899" cy="4130675"/>
          </a:xfrm>
        </p:spPr>
        <p:txBody>
          <a:bodyPr/>
          <a:lstStyle>
            <a:lvl1pPr>
              <a:lnSpc>
                <a:spcPct val="85000"/>
              </a:lnSpc>
              <a:spcAft>
                <a:spcPts val="2400"/>
              </a:spcAft>
              <a:defRPr sz="3000">
                <a:solidFill>
                  <a:schemeClr val="tx1"/>
                </a:solidFill>
                <a:latin typeface="Helvetica 75 Bold" panose="020B0804020202020204" pitchFamily="34" charset="0"/>
              </a:defRPr>
            </a:lvl1pPr>
            <a:lvl2pPr>
              <a:lnSpc>
                <a:spcPct val="90000"/>
              </a:lnSpc>
              <a:spcAft>
                <a:spcPts val="800"/>
              </a:spcAft>
              <a:defRPr sz="1400">
                <a:solidFill>
                  <a:schemeClr val="tx1"/>
                </a:solidFill>
                <a:latin typeface="Helvetica 75 Bold" panose="020B0804020202020204" pitchFamily="34" charset="0"/>
              </a:defRPr>
            </a:lvl2pPr>
            <a:lvl3pPr>
              <a:lnSpc>
                <a:spcPct val="90000"/>
              </a:lnSpc>
              <a:spcAft>
                <a:spcPts val="800"/>
              </a:spcAft>
              <a:defRPr sz="1400">
                <a:solidFill>
                  <a:schemeClr val="tx1"/>
                </a:solidFill>
                <a:latin typeface="Helvetica 75 Bold" panose="020B0804020202020204" pitchFamily="34" charset="0"/>
              </a:defRPr>
            </a:lvl3pPr>
            <a:lvl4pPr>
              <a:lnSpc>
                <a:spcPct val="90000"/>
              </a:lnSpc>
              <a:spcAft>
                <a:spcPts val="800"/>
              </a:spcAft>
              <a:defRPr sz="1400">
                <a:solidFill>
                  <a:schemeClr val="tx1"/>
                </a:solidFill>
                <a:latin typeface="Helvetica 75 Bold" panose="020B0804020202020204" pitchFamily="34" charset="0"/>
              </a:defRPr>
            </a:lvl4pPr>
            <a:lvl5pPr>
              <a:lnSpc>
                <a:spcPct val="90000"/>
              </a:lnSpc>
              <a:spcAft>
                <a:spcPts val="800"/>
              </a:spcAft>
              <a:defRPr sz="1400">
                <a:solidFill>
                  <a:schemeClr val="tx1"/>
                </a:solidFill>
                <a:latin typeface="Helvetica 75 Bold" panose="020B08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165493"/>
      </p:ext>
    </p:extLst>
  </p:cSld>
  <p:clrMapOvr>
    <a:masterClrMapping/>
  </p:clrMapOvr>
  <p:transition spd="med"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spcAft>
                <a:spcPts val="0"/>
              </a:spcAft>
              <a:defRPr>
                <a:solidFill>
                  <a:srgbClr val="FF6600"/>
                </a:solidFill>
                <a:latin typeface="Helvetica 75 Bold" panose="020B08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875924"/>
      </p:ext>
    </p:extLst>
  </p:cSld>
  <p:clrMapOvr>
    <a:masterClrMapping/>
  </p:clrMapOvr>
  <p:transition spd="med"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2720442"/>
      </p:ext>
    </p:extLst>
  </p:cSld>
  <p:clrMapOvr>
    <a:masterClrMapping/>
  </p:clrMapOvr>
  <p:transition spd="med"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14326" y="1181101"/>
            <a:ext cx="8515350" cy="3370262"/>
          </a:xfrm>
        </p:spPr>
        <p:txBody>
          <a:bodyPr/>
          <a:lstStyle>
            <a:lvl1pPr>
              <a:defRPr/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/>
            </a:lvl6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GB" dirty="0"/>
              <a:t>Sixth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</a:pPr>
            <a:r>
              <a:rPr lang="en-GB" sz="800" dirty="0">
                <a:solidFill>
                  <a:srgbClr val="FF7900"/>
                </a:solidFill>
                <a:latin typeface="Helvetica 75 Bold" panose="020B0804020202020204" pitchFamily="34" charset="0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818792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3535" y="267618"/>
            <a:ext cx="4829289" cy="2304131"/>
          </a:xfrm>
        </p:spPr>
        <p:txBody>
          <a:bodyPr>
            <a:noAutofit/>
          </a:bodyPr>
          <a:lstStyle>
            <a:lvl1pPr algn="l">
              <a:lnSpc>
                <a:spcPct val="85000"/>
              </a:lnSpc>
              <a:defRPr sz="55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800726" y="266701"/>
            <a:ext cx="3028950" cy="340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4325" y="2704144"/>
            <a:ext cx="4827547" cy="966156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1"/>
                </a:solidFill>
              </a:defRPr>
            </a:lvl1pPr>
            <a:lvl2pPr marL="180975" indent="-180975" algn="l"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406800" indent="-190800" algn="l">
              <a:spcBef>
                <a:spcPts val="336"/>
              </a:spcBef>
              <a:buClrTx/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  <a:latin typeface="Helvetica 55 Roman" panose="020B0604020202020204" pitchFamily="34" charset="0"/>
              </a:defRPr>
            </a:lvl3pPr>
            <a:lvl4pPr marL="594000" indent="-172800" algn="l">
              <a:spcBef>
                <a:spcPts val="24"/>
              </a:spcBef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4pPr>
            <a:lvl5pPr marL="799200" indent="-190800" algn="l"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presenter name</a:t>
            </a:r>
          </a:p>
        </p:txBody>
      </p:sp>
      <p:grpSp>
        <p:nvGrpSpPr>
          <p:cNvPr id="3" name="Group 2"/>
          <p:cNvGrpSpPr/>
          <p:nvPr userDrawn="1"/>
        </p:nvGrpSpPr>
        <p:grpSpPr>
          <a:xfrm>
            <a:off x="313535" y="4233863"/>
            <a:ext cx="612775" cy="612775"/>
            <a:chOff x="313535" y="4233863"/>
            <a:chExt cx="612775" cy="612775"/>
          </a:xfrm>
        </p:grpSpPr>
        <p:sp>
          <p:nvSpPr>
            <p:cNvPr id="50" name="Rectangle 5"/>
            <p:cNvSpPr>
              <a:spLocks noChangeArrowheads="1"/>
            </p:cNvSpPr>
            <p:nvPr userDrawn="1"/>
          </p:nvSpPr>
          <p:spPr bwMode="auto">
            <a:xfrm>
              <a:off x="313535" y="4233863"/>
              <a:ext cx="612775" cy="612775"/>
            </a:xfrm>
            <a:prstGeom prst="rect">
              <a:avLst/>
            </a:pr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 fontAlgn="auto">
                <a:spcBef>
                  <a:spcPts val="0"/>
                </a:spcBef>
                <a:spcAft>
                  <a:spcPts val="0"/>
                </a:spcAft>
              </a:pPr>
              <a:endParaRPr lang="en-GB" sz="1800">
                <a:solidFill>
                  <a:srgbClr val="000000"/>
                </a:solidFill>
                <a:latin typeface="Helvetica 75 Bold"/>
              </a:endParaRPr>
            </a:p>
          </p:txBody>
        </p:sp>
        <p:sp>
          <p:nvSpPr>
            <p:cNvPr id="51" name="Freeform 6"/>
            <p:cNvSpPr>
              <a:spLocks noEditPoints="1"/>
            </p:cNvSpPr>
            <p:nvPr userDrawn="1"/>
          </p:nvSpPr>
          <p:spPr bwMode="auto">
            <a:xfrm>
              <a:off x="500860" y="4708526"/>
              <a:ext cx="74613" cy="87313"/>
            </a:xfrm>
            <a:custGeom>
              <a:avLst/>
              <a:gdLst>
                <a:gd name="T0" fmla="*/ 66 w 93"/>
                <a:gd name="T1" fmla="*/ 99 h 109"/>
                <a:gd name="T2" fmla="*/ 31 w 93"/>
                <a:gd name="T3" fmla="*/ 109 h 109"/>
                <a:gd name="T4" fmla="*/ 0 w 93"/>
                <a:gd name="T5" fmla="*/ 79 h 109"/>
                <a:gd name="T6" fmla="*/ 66 w 93"/>
                <a:gd name="T7" fmla="*/ 37 h 109"/>
                <a:gd name="T8" fmla="*/ 66 w 93"/>
                <a:gd name="T9" fmla="*/ 32 h 109"/>
                <a:gd name="T10" fmla="*/ 49 w 93"/>
                <a:gd name="T11" fmla="*/ 19 h 109"/>
                <a:gd name="T12" fmla="*/ 24 w 93"/>
                <a:gd name="T13" fmla="*/ 32 h 109"/>
                <a:gd name="T14" fmla="*/ 5 w 93"/>
                <a:gd name="T15" fmla="*/ 21 h 109"/>
                <a:gd name="T16" fmla="*/ 50 w 93"/>
                <a:gd name="T17" fmla="*/ 0 h 109"/>
                <a:gd name="T18" fmla="*/ 93 w 93"/>
                <a:gd name="T19" fmla="*/ 32 h 109"/>
                <a:gd name="T20" fmla="*/ 93 w 93"/>
                <a:gd name="T21" fmla="*/ 108 h 109"/>
                <a:gd name="T22" fmla="*/ 68 w 93"/>
                <a:gd name="T23" fmla="*/ 108 h 109"/>
                <a:gd name="T24" fmla="*/ 66 w 93"/>
                <a:gd name="T25" fmla="*/ 99 h 109"/>
                <a:gd name="T26" fmla="*/ 27 w 93"/>
                <a:gd name="T27" fmla="*/ 77 h 109"/>
                <a:gd name="T28" fmla="*/ 39 w 93"/>
                <a:gd name="T29" fmla="*/ 90 h 109"/>
                <a:gd name="T30" fmla="*/ 65 w 93"/>
                <a:gd name="T31" fmla="*/ 79 h 109"/>
                <a:gd name="T32" fmla="*/ 65 w 93"/>
                <a:gd name="T33" fmla="*/ 54 h 109"/>
                <a:gd name="T34" fmla="*/ 27 w 93"/>
                <a:gd name="T35" fmla="*/ 7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 fontAlgn="auto">
                <a:spcBef>
                  <a:spcPts val="0"/>
                </a:spcBef>
                <a:spcAft>
                  <a:spcPts val="0"/>
                </a:spcAft>
              </a:pPr>
              <a:endParaRPr lang="en-GB" sz="1800">
                <a:solidFill>
                  <a:srgbClr val="000000"/>
                </a:solidFill>
                <a:latin typeface="Helvetica 75 Bold"/>
              </a:endParaRPr>
            </a:p>
          </p:txBody>
        </p:sp>
        <p:sp>
          <p:nvSpPr>
            <p:cNvPr id="52" name="Freeform 7"/>
            <p:cNvSpPr>
              <a:spLocks/>
            </p:cNvSpPr>
            <p:nvPr userDrawn="1"/>
          </p:nvSpPr>
          <p:spPr bwMode="auto">
            <a:xfrm>
              <a:off x="592935" y="4708526"/>
              <a:ext cx="76200" cy="87313"/>
            </a:xfrm>
            <a:custGeom>
              <a:avLst/>
              <a:gdLst>
                <a:gd name="T0" fmla="*/ 0 w 94"/>
                <a:gd name="T1" fmla="*/ 5 h 108"/>
                <a:gd name="T2" fmla="*/ 23 w 94"/>
                <a:gd name="T3" fmla="*/ 2 h 108"/>
                <a:gd name="T4" fmla="*/ 25 w 94"/>
                <a:gd name="T5" fmla="*/ 15 h 108"/>
                <a:gd name="T6" fmla="*/ 61 w 94"/>
                <a:gd name="T7" fmla="*/ 0 h 108"/>
                <a:gd name="T8" fmla="*/ 94 w 94"/>
                <a:gd name="T9" fmla="*/ 34 h 108"/>
                <a:gd name="T10" fmla="*/ 94 w 94"/>
                <a:gd name="T11" fmla="*/ 108 h 108"/>
                <a:gd name="T12" fmla="*/ 66 w 94"/>
                <a:gd name="T13" fmla="*/ 108 h 108"/>
                <a:gd name="T14" fmla="*/ 66 w 94"/>
                <a:gd name="T15" fmla="*/ 39 h 108"/>
                <a:gd name="T16" fmla="*/ 53 w 94"/>
                <a:gd name="T17" fmla="*/ 21 h 108"/>
                <a:gd name="T18" fmla="*/ 27 w 94"/>
                <a:gd name="T19" fmla="*/ 32 h 108"/>
                <a:gd name="T20" fmla="*/ 27 w 94"/>
                <a:gd name="T21" fmla="*/ 108 h 108"/>
                <a:gd name="T22" fmla="*/ 0 w 94"/>
                <a:gd name="T23" fmla="*/ 108 h 108"/>
                <a:gd name="T24" fmla="*/ 0 w 94"/>
                <a:gd name="T25" fmla="*/ 5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 fontAlgn="auto">
                <a:spcBef>
                  <a:spcPts val="0"/>
                </a:spcBef>
                <a:spcAft>
                  <a:spcPts val="0"/>
                </a:spcAft>
              </a:pPr>
              <a:endParaRPr lang="en-GB" sz="1800">
                <a:solidFill>
                  <a:srgbClr val="000000"/>
                </a:solidFill>
                <a:latin typeface="Helvetica 75 Bold"/>
              </a:endParaRPr>
            </a:p>
          </p:txBody>
        </p:sp>
        <p:sp>
          <p:nvSpPr>
            <p:cNvPr id="53" name="Freeform 8"/>
            <p:cNvSpPr>
              <a:spLocks noEditPoints="1"/>
            </p:cNvSpPr>
            <p:nvPr userDrawn="1"/>
          </p:nvSpPr>
          <p:spPr bwMode="auto">
            <a:xfrm>
              <a:off x="778673" y="4708526"/>
              <a:ext cx="79375" cy="88900"/>
            </a:xfrm>
            <a:custGeom>
              <a:avLst/>
              <a:gdLst>
                <a:gd name="T0" fmla="*/ 50 w 98"/>
                <a:gd name="T1" fmla="*/ 110 h 110"/>
                <a:gd name="T2" fmla="*/ 0 w 98"/>
                <a:gd name="T3" fmla="*/ 55 h 110"/>
                <a:gd name="T4" fmla="*/ 49 w 98"/>
                <a:gd name="T5" fmla="*/ 0 h 110"/>
                <a:gd name="T6" fmla="*/ 98 w 98"/>
                <a:gd name="T7" fmla="*/ 54 h 110"/>
                <a:gd name="T8" fmla="*/ 97 w 98"/>
                <a:gd name="T9" fmla="*/ 59 h 110"/>
                <a:gd name="T10" fmla="*/ 27 w 98"/>
                <a:gd name="T11" fmla="*/ 59 h 110"/>
                <a:gd name="T12" fmla="*/ 52 w 98"/>
                <a:gd name="T13" fmla="*/ 89 h 110"/>
                <a:gd name="T14" fmla="*/ 76 w 98"/>
                <a:gd name="T15" fmla="*/ 76 h 110"/>
                <a:gd name="T16" fmla="*/ 96 w 98"/>
                <a:gd name="T17" fmla="*/ 87 h 110"/>
                <a:gd name="T18" fmla="*/ 50 w 98"/>
                <a:gd name="T19" fmla="*/ 110 h 110"/>
                <a:gd name="T20" fmla="*/ 70 w 98"/>
                <a:gd name="T21" fmla="*/ 41 h 110"/>
                <a:gd name="T22" fmla="*/ 49 w 98"/>
                <a:gd name="T23" fmla="*/ 19 h 110"/>
                <a:gd name="T24" fmla="*/ 28 w 98"/>
                <a:gd name="T25" fmla="*/ 41 h 110"/>
                <a:gd name="T26" fmla="*/ 70 w 98"/>
                <a:gd name="T27" fmla="*/ 41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 fontAlgn="auto">
                <a:spcBef>
                  <a:spcPts val="0"/>
                </a:spcBef>
                <a:spcAft>
                  <a:spcPts val="0"/>
                </a:spcAft>
              </a:pPr>
              <a:endParaRPr lang="en-GB" sz="1800">
                <a:solidFill>
                  <a:srgbClr val="000000"/>
                </a:solidFill>
                <a:latin typeface="Helvetica 75 Bold"/>
              </a:endParaRPr>
            </a:p>
          </p:txBody>
        </p:sp>
        <p:sp>
          <p:nvSpPr>
            <p:cNvPr id="54" name="Freeform 9"/>
            <p:cNvSpPr>
              <a:spLocks noEditPoints="1"/>
            </p:cNvSpPr>
            <p:nvPr userDrawn="1"/>
          </p:nvSpPr>
          <p:spPr bwMode="auto">
            <a:xfrm>
              <a:off x="346873" y="4708526"/>
              <a:ext cx="84138" cy="88900"/>
            </a:xfrm>
            <a:custGeom>
              <a:avLst/>
              <a:gdLst>
                <a:gd name="T0" fmla="*/ 52 w 104"/>
                <a:gd name="T1" fmla="*/ 111 h 111"/>
                <a:gd name="T2" fmla="*/ 0 w 104"/>
                <a:gd name="T3" fmla="*/ 55 h 111"/>
                <a:gd name="T4" fmla="*/ 52 w 104"/>
                <a:gd name="T5" fmla="*/ 0 h 111"/>
                <a:gd name="T6" fmla="*/ 104 w 104"/>
                <a:gd name="T7" fmla="*/ 55 h 111"/>
                <a:gd name="T8" fmla="*/ 52 w 104"/>
                <a:gd name="T9" fmla="*/ 111 h 111"/>
                <a:gd name="T10" fmla="*/ 52 w 104"/>
                <a:gd name="T11" fmla="*/ 23 h 111"/>
                <a:gd name="T12" fmla="*/ 28 w 104"/>
                <a:gd name="T13" fmla="*/ 55 h 111"/>
                <a:gd name="T14" fmla="*/ 52 w 104"/>
                <a:gd name="T15" fmla="*/ 87 h 111"/>
                <a:gd name="T16" fmla="*/ 77 w 104"/>
                <a:gd name="T17" fmla="*/ 55 h 111"/>
                <a:gd name="T18" fmla="*/ 52 w 104"/>
                <a:gd name="T19" fmla="*/ 23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 fontAlgn="auto">
                <a:spcBef>
                  <a:spcPts val="0"/>
                </a:spcBef>
                <a:spcAft>
                  <a:spcPts val="0"/>
                </a:spcAft>
              </a:pPr>
              <a:endParaRPr lang="en-GB" sz="1800">
                <a:solidFill>
                  <a:srgbClr val="000000"/>
                </a:solidFill>
                <a:latin typeface="Helvetica 75 Bold"/>
              </a:endParaRPr>
            </a:p>
          </p:txBody>
        </p:sp>
        <p:sp>
          <p:nvSpPr>
            <p:cNvPr id="55" name="Freeform 10"/>
            <p:cNvSpPr>
              <a:spLocks/>
            </p:cNvSpPr>
            <p:nvPr userDrawn="1"/>
          </p:nvSpPr>
          <p:spPr bwMode="auto">
            <a:xfrm>
              <a:off x="446885" y="4708526"/>
              <a:ext cx="47625" cy="87313"/>
            </a:xfrm>
            <a:custGeom>
              <a:avLst/>
              <a:gdLst>
                <a:gd name="T0" fmla="*/ 0 w 59"/>
                <a:gd name="T1" fmla="*/ 3 h 108"/>
                <a:gd name="T2" fmla="*/ 26 w 59"/>
                <a:gd name="T3" fmla="*/ 3 h 108"/>
                <a:gd name="T4" fmla="*/ 26 w 59"/>
                <a:gd name="T5" fmla="*/ 15 h 108"/>
                <a:gd name="T6" fmla="*/ 55 w 59"/>
                <a:gd name="T7" fmla="*/ 0 h 108"/>
                <a:gd name="T8" fmla="*/ 59 w 59"/>
                <a:gd name="T9" fmla="*/ 1 h 108"/>
                <a:gd name="T10" fmla="*/ 59 w 59"/>
                <a:gd name="T11" fmla="*/ 27 h 108"/>
                <a:gd name="T12" fmla="*/ 58 w 59"/>
                <a:gd name="T13" fmla="*/ 27 h 108"/>
                <a:gd name="T14" fmla="*/ 28 w 59"/>
                <a:gd name="T15" fmla="*/ 38 h 108"/>
                <a:gd name="T16" fmla="*/ 28 w 59"/>
                <a:gd name="T17" fmla="*/ 108 h 108"/>
                <a:gd name="T18" fmla="*/ 0 w 59"/>
                <a:gd name="T19" fmla="*/ 108 h 108"/>
                <a:gd name="T20" fmla="*/ 0 w 59"/>
                <a:gd name="T21" fmla="*/ 3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 fontAlgn="auto">
                <a:spcBef>
                  <a:spcPts val="0"/>
                </a:spcBef>
                <a:spcAft>
                  <a:spcPts val="0"/>
                </a:spcAft>
              </a:pPr>
              <a:endParaRPr lang="en-GB" sz="1800">
                <a:solidFill>
                  <a:srgbClr val="000000"/>
                </a:solidFill>
                <a:latin typeface="Helvetica 75 Bold"/>
              </a:endParaRPr>
            </a:p>
          </p:txBody>
        </p:sp>
        <p:sp>
          <p:nvSpPr>
            <p:cNvPr id="56" name="Freeform 11"/>
            <p:cNvSpPr>
              <a:spLocks noEditPoints="1"/>
            </p:cNvSpPr>
            <p:nvPr userDrawn="1"/>
          </p:nvSpPr>
          <p:spPr bwMode="auto">
            <a:xfrm>
              <a:off x="685010" y="4708526"/>
              <a:ext cx="79375" cy="120650"/>
            </a:xfrm>
            <a:custGeom>
              <a:avLst/>
              <a:gdLst>
                <a:gd name="T0" fmla="*/ 49 w 98"/>
                <a:gd name="T1" fmla="*/ 85 h 149"/>
                <a:gd name="T2" fmla="*/ 72 w 98"/>
                <a:gd name="T3" fmla="*/ 50 h 149"/>
                <a:gd name="T4" fmla="*/ 49 w 98"/>
                <a:gd name="T5" fmla="*/ 20 h 149"/>
                <a:gd name="T6" fmla="*/ 28 w 98"/>
                <a:gd name="T7" fmla="*/ 51 h 149"/>
                <a:gd name="T8" fmla="*/ 49 w 98"/>
                <a:gd name="T9" fmla="*/ 85 h 149"/>
                <a:gd name="T10" fmla="*/ 98 w 98"/>
                <a:gd name="T11" fmla="*/ 2 h 149"/>
                <a:gd name="T12" fmla="*/ 98 w 98"/>
                <a:gd name="T13" fmla="*/ 102 h 149"/>
                <a:gd name="T14" fmla="*/ 47 w 98"/>
                <a:gd name="T15" fmla="*/ 149 h 149"/>
                <a:gd name="T16" fmla="*/ 3 w 98"/>
                <a:gd name="T17" fmla="*/ 123 h 149"/>
                <a:gd name="T18" fmla="*/ 30 w 98"/>
                <a:gd name="T19" fmla="*/ 118 h 149"/>
                <a:gd name="T20" fmla="*/ 50 w 98"/>
                <a:gd name="T21" fmla="*/ 128 h 149"/>
                <a:gd name="T22" fmla="*/ 72 w 98"/>
                <a:gd name="T23" fmla="*/ 105 h 149"/>
                <a:gd name="T24" fmla="*/ 72 w 98"/>
                <a:gd name="T25" fmla="*/ 93 h 149"/>
                <a:gd name="T26" fmla="*/ 71 w 98"/>
                <a:gd name="T27" fmla="*/ 92 h 149"/>
                <a:gd name="T28" fmla="*/ 44 w 98"/>
                <a:gd name="T29" fmla="*/ 108 h 149"/>
                <a:gd name="T30" fmla="*/ 0 w 98"/>
                <a:gd name="T31" fmla="*/ 55 h 149"/>
                <a:gd name="T32" fmla="*/ 42 w 98"/>
                <a:gd name="T33" fmla="*/ 0 h 149"/>
                <a:gd name="T34" fmla="*/ 73 w 98"/>
                <a:gd name="T35" fmla="*/ 15 h 149"/>
                <a:gd name="T36" fmla="*/ 73 w 98"/>
                <a:gd name="T37" fmla="*/ 15 h 149"/>
                <a:gd name="T38" fmla="*/ 75 w 98"/>
                <a:gd name="T39" fmla="*/ 2 h 149"/>
                <a:gd name="T40" fmla="*/ 98 w 98"/>
                <a:gd name="T41" fmla="*/ 2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 fontAlgn="auto">
                <a:spcBef>
                  <a:spcPts val="0"/>
                </a:spcBef>
                <a:spcAft>
                  <a:spcPts val="0"/>
                </a:spcAft>
              </a:pPr>
              <a:endParaRPr lang="en-GB" sz="1800">
                <a:solidFill>
                  <a:srgbClr val="000000"/>
                </a:solidFill>
                <a:latin typeface="Helvetica 75 Bold"/>
              </a:endParaRPr>
            </a:p>
          </p:txBody>
        </p:sp>
        <p:sp>
          <p:nvSpPr>
            <p:cNvPr id="57" name="Freeform 12"/>
            <p:cNvSpPr>
              <a:spLocks noEditPoints="1"/>
            </p:cNvSpPr>
            <p:nvPr userDrawn="1"/>
          </p:nvSpPr>
          <p:spPr bwMode="auto">
            <a:xfrm>
              <a:off x="843760" y="4678363"/>
              <a:ext cx="58738" cy="26988"/>
            </a:xfrm>
            <a:custGeom>
              <a:avLst/>
              <a:gdLst>
                <a:gd name="T0" fmla="*/ 14 w 37"/>
                <a:gd name="T1" fmla="*/ 2 h 17"/>
                <a:gd name="T2" fmla="*/ 9 w 37"/>
                <a:gd name="T3" fmla="*/ 2 h 17"/>
                <a:gd name="T4" fmla="*/ 9 w 37"/>
                <a:gd name="T5" fmla="*/ 17 h 17"/>
                <a:gd name="T6" fmla="*/ 6 w 37"/>
                <a:gd name="T7" fmla="*/ 17 h 17"/>
                <a:gd name="T8" fmla="*/ 6 w 37"/>
                <a:gd name="T9" fmla="*/ 2 h 17"/>
                <a:gd name="T10" fmla="*/ 0 w 37"/>
                <a:gd name="T11" fmla="*/ 2 h 17"/>
                <a:gd name="T12" fmla="*/ 0 w 37"/>
                <a:gd name="T13" fmla="*/ 0 h 17"/>
                <a:gd name="T14" fmla="*/ 14 w 37"/>
                <a:gd name="T15" fmla="*/ 0 h 17"/>
                <a:gd name="T16" fmla="*/ 14 w 37"/>
                <a:gd name="T17" fmla="*/ 2 h 17"/>
                <a:gd name="T18" fmla="*/ 37 w 37"/>
                <a:gd name="T19" fmla="*/ 17 h 17"/>
                <a:gd name="T20" fmla="*/ 34 w 37"/>
                <a:gd name="T21" fmla="*/ 17 h 17"/>
                <a:gd name="T22" fmla="*/ 34 w 37"/>
                <a:gd name="T23" fmla="*/ 2 h 17"/>
                <a:gd name="T24" fmla="*/ 34 w 37"/>
                <a:gd name="T25" fmla="*/ 2 h 17"/>
                <a:gd name="T26" fmla="*/ 29 w 37"/>
                <a:gd name="T27" fmla="*/ 17 h 17"/>
                <a:gd name="T28" fmla="*/ 27 w 37"/>
                <a:gd name="T29" fmla="*/ 17 h 17"/>
                <a:gd name="T30" fmla="*/ 21 w 37"/>
                <a:gd name="T31" fmla="*/ 2 h 17"/>
                <a:gd name="T32" fmla="*/ 20 w 37"/>
                <a:gd name="T33" fmla="*/ 2 h 17"/>
                <a:gd name="T34" fmla="*/ 20 w 37"/>
                <a:gd name="T35" fmla="*/ 17 h 17"/>
                <a:gd name="T36" fmla="*/ 18 w 37"/>
                <a:gd name="T37" fmla="*/ 17 h 17"/>
                <a:gd name="T38" fmla="*/ 18 w 37"/>
                <a:gd name="T39" fmla="*/ 0 h 17"/>
                <a:gd name="T40" fmla="*/ 22 w 37"/>
                <a:gd name="T41" fmla="*/ 0 h 17"/>
                <a:gd name="T42" fmla="*/ 28 w 37"/>
                <a:gd name="T43" fmla="*/ 13 h 17"/>
                <a:gd name="T44" fmla="*/ 33 w 37"/>
                <a:gd name="T45" fmla="*/ 0 h 17"/>
                <a:gd name="T46" fmla="*/ 37 w 37"/>
                <a:gd name="T47" fmla="*/ 0 h 17"/>
                <a:gd name="T48" fmla="*/ 37 w 37"/>
                <a:gd name="T4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 fontAlgn="auto">
                <a:spcBef>
                  <a:spcPts val="0"/>
                </a:spcBef>
                <a:spcAft>
                  <a:spcPts val="0"/>
                </a:spcAft>
              </a:pPr>
              <a:endParaRPr lang="en-GB" sz="1800">
                <a:solidFill>
                  <a:srgbClr val="000000"/>
                </a:solidFill>
                <a:latin typeface="Helvetica 75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14445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314325" y="267494"/>
            <a:ext cx="8515349" cy="4283869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 marL="361950" indent="-361950">
              <a:spcBef>
                <a:spcPts val="0"/>
              </a:spcBef>
              <a:buClrTx/>
              <a:buSzPct val="100000"/>
              <a:buFont typeface="+mj-lt"/>
              <a:buAutoNum type="arabicPeriod"/>
              <a:defRPr sz="3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contents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</a:pPr>
            <a:r>
              <a:rPr lang="en-GB" sz="800" dirty="0">
                <a:solidFill>
                  <a:srgbClr val="FF7900"/>
                </a:solidFill>
                <a:latin typeface="Helvetica 75 Bold" panose="020B0804020202020204" pitchFamily="34" charset="0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1147645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13769" y="268288"/>
            <a:ext cx="6096839" cy="4283075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spcBef>
                <a:spcPts val="0"/>
              </a:spcBef>
              <a:buNone/>
              <a:defRPr sz="5500" baseline="0"/>
            </a:lvl1pPr>
            <a:lvl2pPr>
              <a:lnSpc>
                <a:spcPct val="85000"/>
              </a:lnSpc>
              <a:spcBef>
                <a:spcPts val="0"/>
              </a:spcBef>
              <a:defRPr sz="5500"/>
            </a:lvl2pPr>
            <a:lvl3pPr>
              <a:defRPr sz="5500"/>
            </a:lvl3pPr>
            <a:lvl4pPr>
              <a:defRPr sz="5500"/>
            </a:lvl4pPr>
            <a:lvl5pPr>
              <a:defRPr sz="5500"/>
            </a:lvl5pPr>
          </a:lstStyle>
          <a:p>
            <a:pPr lvl="0"/>
            <a:r>
              <a:rPr lang="en-US" dirty="0"/>
              <a:t>Click to edit section number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</a:pPr>
            <a:r>
              <a:rPr lang="en-GB" sz="800" dirty="0">
                <a:solidFill>
                  <a:srgbClr val="FF7900"/>
                </a:solidFill>
                <a:latin typeface="Helvetica 75 Bold" panose="020B0804020202020204" pitchFamily="34" charset="0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3497666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13200" y="1181100"/>
            <a:ext cx="3968055" cy="3370262"/>
          </a:xfrm>
        </p:spPr>
        <p:txBody>
          <a:bodyPr>
            <a:normAutofit/>
          </a:bodyPr>
          <a:lstStyle>
            <a:lvl1pPr>
              <a:defRPr sz="1400" baseline="0"/>
            </a:lvl1pPr>
            <a:lvl2pPr>
              <a:defRPr sz="1400" baseline="0">
                <a:solidFill>
                  <a:schemeClr val="tx1"/>
                </a:solidFill>
              </a:defRPr>
            </a:lvl2pPr>
            <a:lvl3pPr>
              <a:defRPr sz="1400" baseline="0">
                <a:solidFill>
                  <a:schemeClr val="tx1"/>
                </a:solidFill>
              </a:defRPr>
            </a:lvl3pPr>
            <a:lvl4pPr>
              <a:defRPr sz="1400" baseline="0">
                <a:solidFill>
                  <a:schemeClr val="tx1"/>
                </a:solidFill>
              </a:defRPr>
            </a:lvl4pPr>
            <a:lvl5pPr>
              <a:defRPr sz="1400" baseline="0">
                <a:solidFill>
                  <a:schemeClr val="tx1"/>
                </a:solidFill>
              </a:defRPr>
            </a:lvl5pPr>
            <a:lvl6pPr>
              <a:defRPr sz="14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864795" y="1181100"/>
            <a:ext cx="3964880" cy="337026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  <a:lvl6pPr>
              <a:defRPr sz="14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  <a:endParaRPr lang="en-GB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313199" y="268288"/>
            <a:ext cx="8516475" cy="74136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</a:pPr>
            <a:r>
              <a:rPr lang="en-GB" sz="800" dirty="0">
                <a:solidFill>
                  <a:srgbClr val="FF7900"/>
                </a:solidFill>
                <a:latin typeface="Helvetica 75 Bold" panose="020B0804020202020204" pitchFamily="34" charset="0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208178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</a:pPr>
            <a:r>
              <a:rPr lang="en-GB" sz="800" dirty="0">
                <a:solidFill>
                  <a:srgbClr val="FF7900"/>
                </a:solidFill>
                <a:latin typeface="Helvetica 75 Bold" panose="020B0804020202020204" pitchFamily="34" charset="0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498395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Medi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9144000" cy="51435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7017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</a:pPr>
            <a:r>
              <a:rPr lang="en-GB" sz="800" dirty="0">
                <a:solidFill>
                  <a:srgbClr val="FF7900"/>
                </a:solidFill>
                <a:latin typeface="Helvetica 75 Bold" panose="020B0804020202020204" pitchFamily="34" charset="0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3464402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14326" y="1181101"/>
            <a:ext cx="8515350" cy="3370262"/>
          </a:xfrm>
        </p:spPr>
        <p:txBody>
          <a:bodyPr/>
          <a:lstStyle>
            <a:lvl1pPr>
              <a:defRPr/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/>
            </a:lvl6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GB" dirty="0"/>
              <a:t>Sixth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</a:pPr>
            <a:r>
              <a:rPr lang="en-GB" sz="800" dirty="0">
                <a:solidFill>
                  <a:srgbClr val="FF7900"/>
                </a:solidFill>
                <a:latin typeface="Helvetica 75 Bold" panose="020B0804020202020204" pitchFamily="34" charset="0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2741751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3535" y="267618"/>
            <a:ext cx="4829289" cy="2304131"/>
          </a:xfrm>
        </p:spPr>
        <p:txBody>
          <a:bodyPr>
            <a:noAutofit/>
          </a:bodyPr>
          <a:lstStyle>
            <a:lvl1pPr algn="l">
              <a:lnSpc>
                <a:spcPct val="85000"/>
              </a:lnSpc>
              <a:defRPr sz="55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800726" y="266701"/>
            <a:ext cx="3028950" cy="340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4325" y="2704144"/>
            <a:ext cx="4827547" cy="966156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1"/>
                </a:solidFill>
              </a:defRPr>
            </a:lvl1pPr>
            <a:lvl2pPr marL="180975" indent="-180975" algn="l"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406800" indent="-190800" algn="l">
              <a:spcBef>
                <a:spcPts val="336"/>
              </a:spcBef>
              <a:buClrTx/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  <a:latin typeface="Helvetica 55 Roman" panose="020B0604020202020204" pitchFamily="34" charset="0"/>
              </a:defRPr>
            </a:lvl3pPr>
            <a:lvl4pPr marL="594000" indent="-172800" algn="l">
              <a:spcBef>
                <a:spcPts val="24"/>
              </a:spcBef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4pPr>
            <a:lvl5pPr marL="799200" indent="-190800" algn="l"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presenter name</a:t>
            </a:r>
          </a:p>
        </p:txBody>
      </p:sp>
      <p:grpSp>
        <p:nvGrpSpPr>
          <p:cNvPr id="3" name="Group 2"/>
          <p:cNvGrpSpPr/>
          <p:nvPr userDrawn="1"/>
        </p:nvGrpSpPr>
        <p:grpSpPr>
          <a:xfrm>
            <a:off x="313535" y="4233863"/>
            <a:ext cx="612775" cy="612775"/>
            <a:chOff x="313535" y="4233863"/>
            <a:chExt cx="612775" cy="612775"/>
          </a:xfrm>
        </p:grpSpPr>
        <p:sp>
          <p:nvSpPr>
            <p:cNvPr id="50" name="Rectangle 5"/>
            <p:cNvSpPr>
              <a:spLocks noChangeArrowheads="1"/>
            </p:cNvSpPr>
            <p:nvPr userDrawn="1"/>
          </p:nvSpPr>
          <p:spPr bwMode="auto">
            <a:xfrm>
              <a:off x="313535" y="4233863"/>
              <a:ext cx="612775" cy="612775"/>
            </a:xfrm>
            <a:prstGeom prst="rect">
              <a:avLst/>
            </a:pr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 fontAlgn="auto">
                <a:spcBef>
                  <a:spcPts val="0"/>
                </a:spcBef>
                <a:spcAft>
                  <a:spcPts val="0"/>
                </a:spcAft>
              </a:pPr>
              <a:endParaRPr lang="en-GB" sz="1800">
                <a:solidFill>
                  <a:srgbClr val="000000"/>
                </a:solidFill>
                <a:latin typeface="Helvetica 75 Bold"/>
              </a:endParaRPr>
            </a:p>
          </p:txBody>
        </p:sp>
        <p:sp>
          <p:nvSpPr>
            <p:cNvPr id="51" name="Freeform 6"/>
            <p:cNvSpPr>
              <a:spLocks noEditPoints="1"/>
            </p:cNvSpPr>
            <p:nvPr userDrawn="1"/>
          </p:nvSpPr>
          <p:spPr bwMode="auto">
            <a:xfrm>
              <a:off x="500860" y="4708526"/>
              <a:ext cx="74613" cy="87313"/>
            </a:xfrm>
            <a:custGeom>
              <a:avLst/>
              <a:gdLst>
                <a:gd name="T0" fmla="*/ 66 w 93"/>
                <a:gd name="T1" fmla="*/ 99 h 109"/>
                <a:gd name="T2" fmla="*/ 31 w 93"/>
                <a:gd name="T3" fmla="*/ 109 h 109"/>
                <a:gd name="T4" fmla="*/ 0 w 93"/>
                <a:gd name="T5" fmla="*/ 79 h 109"/>
                <a:gd name="T6" fmla="*/ 66 w 93"/>
                <a:gd name="T7" fmla="*/ 37 h 109"/>
                <a:gd name="T8" fmla="*/ 66 w 93"/>
                <a:gd name="T9" fmla="*/ 32 h 109"/>
                <a:gd name="T10" fmla="*/ 49 w 93"/>
                <a:gd name="T11" fmla="*/ 19 h 109"/>
                <a:gd name="T12" fmla="*/ 24 w 93"/>
                <a:gd name="T13" fmla="*/ 32 h 109"/>
                <a:gd name="T14" fmla="*/ 5 w 93"/>
                <a:gd name="T15" fmla="*/ 21 h 109"/>
                <a:gd name="T16" fmla="*/ 50 w 93"/>
                <a:gd name="T17" fmla="*/ 0 h 109"/>
                <a:gd name="T18" fmla="*/ 93 w 93"/>
                <a:gd name="T19" fmla="*/ 32 h 109"/>
                <a:gd name="T20" fmla="*/ 93 w 93"/>
                <a:gd name="T21" fmla="*/ 108 h 109"/>
                <a:gd name="T22" fmla="*/ 68 w 93"/>
                <a:gd name="T23" fmla="*/ 108 h 109"/>
                <a:gd name="T24" fmla="*/ 66 w 93"/>
                <a:gd name="T25" fmla="*/ 99 h 109"/>
                <a:gd name="T26" fmla="*/ 27 w 93"/>
                <a:gd name="T27" fmla="*/ 77 h 109"/>
                <a:gd name="T28" fmla="*/ 39 w 93"/>
                <a:gd name="T29" fmla="*/ 90 h 109"/>
                <a:gd name="T30" fmla="*/ 65 w 93"/>
                <a:gd name="T31" fmla="*/ 79 h 109"/>
                <a:gd name="T32" fmla="*/ 65 w 93"/>
                <a:gd name="T33" fmla="*/ 54 h 109"/>
                <a:gd name="T34" fmla="*/ 27 w 93"/>
                <a:gd name="T35" fmla="*/ 7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 fontAlgn="auto">
                <a:spcBef>
                  <a:spcPts val="0"/>
                </a:spcBef>
                <a:spcAft>
                  <a:spcPts val="0"/>
                </a:spcAft>
              </a:pPr>
              <a:endParaRPr lang="en-GB" sz="1800">
                <a:solidFill>
                  <a:srgbClr val="000000"/>
                </a:solidFill>
                <a:latin typeface="Helvetica 75 Bold"/>
              </a:endParaRPr>
            </a:p>
          </p:txBody>
        </p:sp>
        <p:sp>
          <p:nvSpPr>
            <p:cNvPr id="52" name="Freeform 7"/>
            <p:cNvSpPr>
              <a:spLocks/>
            </p:cNvSpPr>
            <p:nvPr userDrawn="1"/>
          </p:nvSpPr>
          <p:spPr bwMode="auto">
            <a:xfrm>
              <a:off x="592935" y="4708526"/>
              <a:ext cx="76200" cy="87313"/>
            </a:xfrm>
            <a:custGeom>
              <a:avLst/>
              <a:gdLst>
                <a:gd name="T0" fmla="*/ 0 w 94"/>
                <a:gd name="T1" fmla="*/ 5 h 108"/>
                <a:gd name="T2" fmla="*/ 23 w 94"/>
                <a:gd name="T3" fmla="*/ 2 h 108"/>
                <a:gd name="T4" fmla="*/ 25 w 94"/>
                <a:gd name="T5" fmla="*/ 15 h 108"/>
                <a:gd name="T6" fmla="*/ 61 w 94"/>
                <a:gd name="T7" fmla="*/ 0 h 108"/>
                <a:gd name="T8" fmla="*/ 94 w 94"/>
                <a:gd name="T9" fmla="*/ 34 h 108"/>
                <a:gd name="T10" fmla="*/ 94 w 94"/>
                <a:gd name="T11" fmla="*/ 108 h 108"/>
                <a:gd name="T12" fmla="*/ 66 w 94"/>
                <a:gd name="T13" fmla="*/ 108 h 108"/>
                <a:gd name="T14" fmla="*/ 66 w 94"/>
                <a:gd name="T15" fmla="*/ 39 h 108"/>
                <a:gd name="T16" fmla="*/ 53 w 94"/>
                <a:gd name="T17" fmla="*/ 21 h 108"/>
                <a:gd name="T18" fmla="*/ 27 w 94"/>
                <a:gd name="T19" fmla="*/ 32 h 108"/>
                <a:gd name="T20" fmla="*/ 27 w 94"/>
                <a:gd name="T21" fmla="*/ 108 h 108"/>
                <a:gd name="T22" fmla="*/ 0 w 94"/>
                <a:gd name="T23" fmla="*/ 108 h 108"/>
                <a:gd name="T24" fmla="*/ 0 w 94"/>
                <a:gd name="T25" fmla="*/ 5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 fontAlgn="auto">
                <a:spcBef>
                  <a:spcPts val="0"/>
                </a:spcBef>
                <a:spcAft>
                  <a:spcPts val="0"/>
                </a:spcAft>
              </a:pPr>
              <a:endParaRPr lang="en-GB" sz="1800">
                <a:solidFill>
                  <a:srgbClr val="000000"/>
                </a:solidFill>
                <a:latin typeface="Helvetica 75 Bold"/>
              </a:endParaRPr>
            </a:p>
          </p:txBody>
        </p:sp>
        <p:sp>
          <p:nvSpPr>
            <p:cNvPr id="53" name="Freeform 8"/>
            <p:cNvSpPr>
              <a:spLocks noEditPoints="1"/>
            </p:cNvSpPr>
            <p:nvPr userDrawn="1"/>
          </p:nvSpPr>
          <p:spPr bwMode="auto">
            <a:xfrm>
              <a:off x="778673" y="4708526"/>
              <a:ext cx="79375" cy="88900"/>
            </a:xfrm>
            <a:custGeom>
              <a:avLst/>
              <a:gdLst>
                <a:gd name="T0" fmla="*/ 50 w 98"/>
                <a:gd name="T1" fmla="*/ 110 h 110"/>
                <a:gd name="T2" fmla="*/ 0 w 98"/>
                <a:gd name="T3" fmla="*/ 55 h 110"/>
                <a:gd name="T4" fmla="*/ 49 w 98"/>
                <a:gd name="T5" fmla="*/ 0 h 110"/>
                <a:gd name="T6" fmla="*/ 98 w 98"/>
                <a:gd name="T7" fmla="*/ 54 h 110"/>
                <a:gd name="T8" fmla="*/ 97 w 98"/>
                <a:gd name="T9" fmla="*/ 59 h 110"/>
                <a:gd name="T10" fmla="*/ 27 w 98"/>
                <a:gd name="T11" fmla="*/ 59 h 110"/>
                <a:gd name="T12" fmla="*/ 52 w 98"/>
                <a:gd name="T13" fmla="*/ 89 h 110"/>
                <a:gd name="T14" fmla="*/ 76 w 98"/>
                <a:gd name="T15" fmla="*/ 76 h 110"/>
                <a:gd name="T16" fmla="*/ 96 w 98"/>
                <a:gd name="T17" fmla="*/ 87 h 110"/>
                <a:gd name="T18" fmla="*/ 50 w 98"/>
                <a:gd name="T19" fmla="*/ 110 h 110"/>
                <a:gd name="T20" fmla="*/ 70 w 98"/>
                <a:gd name="T21" fmla="*/ 41 h 110"/>
                <a:gd name="T22" fmla="*/ 49 w 98"/>
                <a:gd name="T23" fmla="*/ 19 h 110"/>
                <a:gd name="T24" fmla="*/ 28 w 98"/>
                <a:gd name="T25" fmla="*/ 41 h 110"/>
                <a:gd name="T26" fmla="*/ 70 w 98"/>
                <a:gd name="T27" fmla="*/ 41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 fontAlgn="auto">
                <a:spcBef>
                  <a:spcPts val="0"/>
                </a:spcBef>
                <a:spcAft>
                  <a:spcPts val="0"/>
                </a:spcAft>
              </a:pPr>
              <a:endParaRPr lang="en-GB" sz="1800">
                <a:solidFill>
                  <a:srgbClr val="000000"/>
                </a:solidFill>
                <a:latin typeface="Helvetica 75 Bold"/>
              </a:endParaRPr>
            </a:p>
          </p:txBody>
        </p:sp>
        <p:sp>
          <p:nvSpPr>
            <p:cNvPr id="54" name="Freeform 9"/>
            <p:cNvSpPr>
              <a:spLocks noEditPoints="1"/>
            </p:cNvSpPr>
            <p:nvPr userDrawn="1"/>
          </p:nvSpPr>
          <p:spPr bwMode="auto">
            <a:xfrm>
              <a:off x="346873" y="4708526"/>
              <a:ext cx="84138" cy="88900"/>
            </a:xfrm>
            <a:custGeom>
              <a:avLst/>
              <a:gdLst>
                <a:gd name="T0" fmla="*/ 52 w 104"/>
                <a:gd name="T1" fmla="*/ 111 h 111"/>
                <a:gd name="T2" fmla="*/ 0 w 104"/>
                <a:gd name="T3" fmla="*/ 55 h 111"/>
                <a:gd name="T4" fmla="*/ 52 w 104"/>
                <a:gd name="T5" fmla="*/ 0 h 111"/>
                <a:gd name="T6" fmla="*/ 104 w 104"/>
                <a:gd name="T7" fmla="*/ 55 h 111"/>
                <a:gd name="T8" fmla="*/ 52 w 104"/>
                <a:gd name="T9" fmla="*/ 111 h 111"/>
                <a:gd name="T10" fmla="*/ 52 w 104"/>
                <a:gd name="T11" fmla="*/ 23 h 111"/>
                <a:gd name="T12" fmla="*/ 28 w 104"/>
                <a:gd name="T13" fmla="*/ 55 h 111"/>
                <a:gd name="T14" fmla="*/ 52 w 104"/>
                <a:gd name="T15" fmla="*/ 87 h 111"/>
                <a:gd name="T16" fmla="*/ 77 w 104"/>
                <a:gd name="T17" fmla="*/ 55 h 111"/>
                <a:gd name="T18" fmla="*/ 52 w 104"/>
                <a:gd name="T19" fmla="*/ 23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 fontAlgn="auto">
                <a:spcBef>
                  <a:spcPts val="0"/>
                </a:spcBef>
                <a:spcAft>
                  <a:spcPts val="0"/>
                </a:spcAft>
              </a:pPr>
              <a:endParaRPr lang="en-GB" sz="1800">
                <a:solidFill>
                  <a:srgbClr val="000000"/>
                </a:solidFill>
                <a:latin typeface="Helvetica 75 Bold"/>
              </a:endParaRPr>
            </a:p>
          </p:txBody>
        </p:sp>
        <p:sp>
          <p:nvSpPr>
            <p:cNvPr id="55" name="Freeform 10"/>
            <p:cNvSpPr>
              <a:spLocks/>
            </p:cNvSpPr>
            <p:nvPr userDrawn="1"/>
          </p:nvSpPr>
          <p:spPr bwMode="auto">
            <a:xfrm>
              <a:off x="446885" y="4708526"/>
              <a:ext cx="47625" cy="87313"/>
            </a:xfrm>
            <a:custGeom>
              <a:avLst/>
              <a:gdLst>
                <a:gd name="T0" fmla="*/ 0 w 59"/>
                <a:gd name="T1" fmla="*/ 3 h 108"/>
                <a:gd name="T2" fmla="*/ 26 w 59"/>
                <a:gd name="T3" fmla="*/ 3 h 108"/>
                <a:gd name="T4" fmla="*/ 26 w 59"/>
                <a:gd name="T5" fmla="*/ 15 h 108"/>
                <a:gd name="T6" fmla="*/ 55 w 59"/>
                <a:gd name="T7" fmla="*/ 0 h 108"/>
                <a:gd name="T8" fmla="*/ 59 w 59"/>
                <a:gd name="T9" fmla="*/ 1 h 108"/>
                <a:gd name="T10" fmla="*/ 59 w 59"/>
                <a:gd name="T11" fmla="*/ 27 h 108"/>
                <a:gd name="T12" fmla="*/ 58 w 59"/>
                <a:gd name="T13" fmla="*/ 27 h 108"/>
                <a:gd name="T14" fmla="*/ 28 w 59"/>
                <a:gd name="T15" fmla="*/ 38 h 108"/>
                <a:gd name="T16" fmla="*/ 28 w 59"/>
                <a:gd name="T17" fmla="*/ 108 h 108"/>
                <a:gd name="T18" fmla="*/ 0 w 59"/>
                <a:gd name="T19" fmla="*/ 108 h 108"/>
                <a:gd name="T20" fmla="*/ 0 w 59"/>
                <a:gd name="T21" fmla="*/ 3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 fontAlgn="auto">
                <a:spcBef>
                  <a:spcPts val="0"/>
                </a:spcBef>
                <a:spcAft>
                  <a:spcPts val="0"/>
                </a:spcAft>
              </a:pPr>
              <a:endParaRPr lang="en-GB" sz="1800">
                <a:solidFill>
                  <a:srgbClr val="000000"/>
                </a:solidFill>
                <a:latin typeface="Helvetica 75 Bold"/>
              </a:endParaRPr>
            </a:p>
          </p:txBody>
        </p:sp>
        <p:sp>
          <p:nvSpPr>
            <p:cNvPr id="56" name="Freeform 11"/>
            <p:cNvSpPr>
              <a:spLocks noEditPoints="1"/>
            </p:cNvSpPr>
            <p:nvPr userDrawn="1"/>
          </p:nvSpPr>
          <p:spPr bwMode="auto">
            <a:xfrm>
              <a:off x="685010" y="4708526"/>
              <a:ext cx="79375" cy="120650"/>
            </a:xfrm>
            <a:custGeom>
              <a:avLst/>
              <a:gdLst>
                <a:gd name="T0" fmla="*/ 49 w 98"/>
                <a:gd name="T1" fmla="*/ 85 h 149"/>
                <a:gd name="T2" fmla="*/ 72 w 98"/>
                <a:gd name="T3" fmla="*/ 50 h 149"/>
                <a:gd name="T4" fmla="*/ 49 w 98"/>
                <a:gd name="T5" fmla="*/ 20 h 149"/>
                <a:gd name="T6" fmla="*/ 28 w 98"/>
                <a:gd name="T7" fmla="*/ 51 h 149"/>
                <a:gd name="T8" fmla="*/ 49 w 98"/>
                <a:gd name="T9" fmla="*/ 85 h 149"/>
                <a:gd name="T10" fmla="*/ 98 w 98"/>
                <a:gd name="T11" fmla="*/ 2 h 149"/>
                <a:gd name="T12" fmla="*/ 98 w 98"/>
                <a:gd name="T13" fmla="*/ 102 h 149"/>
                <a:gd name="T14" fmla="*/ 47 w 98"/>
                <a:gd name="T15" fmla="*/ 149 h 149"/>
                <a:gd name="T16" fmla="*/ 3 w 98"/>
                <a:gd name="T17" fmla="*/ 123 h 149"/>
                <a:gd name="T18" fmla="*/ 30 w 98"/>
                <a:gd name="T19" fmla="*/ 118 h 149"/>
                <a:gd name="T20" fmla="*/ 50 w 98"/>
                <a:gd name="T21" fmla="*/ 128 h 149"/>
                <a:gd name="T22" fmla="*/ 72 w 98"/>
                <a:gd name="T23" fmla="*/ 105 h 149"/>
                <a:gd name="T24" fmla="*/ 72 w 98"/>
                <a:gd name="T25" fmla="*/ 93 h 149"/>
                <a:gd name="T26" fmla="*/ 71 w 98"/>
                <a:gd name="T27" fmla="*/ 92 h 149"/>
                <a:gd name="T28" fmla="*/ 44 w 98"/>
                <a:gd name="T29" fmla="*/ 108 h 149"/>
                <a:gd name="T30" fmla="*/ 0 w 98"/>
                <a:gd name="T31" fmla="*/ 55 h 149"/>
                <a:gd name="T32" fmla="*/ 42 w 98"/>
                <a:gd name="T33" fmla="*/ 0 h 149"/>
                <a:gd name="T34" fmla="*/ 73 w 98"/>
                <a:gd name="T35" fmla="*/ 15 h 149"/>
                <a:gd name="T36" fmla="*/ 73 w 98"/>
                <a:gd name="T37" fmla="*/ 15 h 149"/>
                <a:gd name="T38" fmla="*/ 75 w 98"/>
                <a:gd name="T39" fmla="*/ 2 h 149"/>
                <a:gd name="T40" fmla="*/ 98 w 98"/>
                <a:gd name="T41" fmla="*/ 2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 fontAlgn="auto">
                <a:spcBef>
                  <a:spcPts val="0"/>
                </a:spcBef>
                <a:spcAft>
                  <a:spcPts val="0"/>
                </a:spcAft>
              </a:pPr>
              <a:endParaRPr lang="en-GB" sz="1800">
                <a:solidFill>
                  <a:srgbClr val="000000"/>
                </a:solidFill>
                <a:latin typeface="Helvetica 75 Bold"/>
              </a:endParaRPr>
            </a:p>
          </p:txBody>
        </p:sp>
        <p:sp>
          <p:nvSpPr>
            <p:cNvPr id="57" name="Freeform 12"/>
            <p:cNvSpPr>
              <a:spLocks noEditPoints="1"/>
            </p:cNvSpPr>
            <p:nvPr userDrawn="1"/>
          </p:nvSpPr>
          <p:spPr bwMode="auto">
            <a:xfrm>
              <a:off x="843760" y="4678363"/>
              <a:ext cx="58738" cy="26988"/>
            </a:xfrm>
            <a:custGeom>
              <a:avLst/>
              <a:gdLst>
                <a:gd name="T0" fmla="*/ 14 w 37"/>
                <a:gd name="T1" fmla="*/ 2 h 17"/>
                <a:gd name="T2" fmla="*/ 9 w 37"/>
                <a:gd name="T3" fmla="*/ 2 h 17"/>
                <a:gd name="T4" fmla="*/ 9 w 37"/>
                <a:gd name="T5" fmla="*/ 17 h 17"/>
                <a:gd name="T6" fmla="*/ 6 w 37"/>
                <a:gd name="T7" fmla="*/ 17 h 17"/>
                <a:gd name="T8" fmla="*/ 6 w 37"/>
                <a:gd name="T9" fmla="*/ 2 h 17"/>
                <a:gd name="T10" fmla="*/ 0 w 37"/>
                <a:gd name="T11" fmla="*/ 2 h 17"/>
                <a:gd name="T12" fmla="*/ 0 w 37"/>
                <a:gd name="T13" fmla="*/ 0 h 17"/>
                <a:gd name="T14" fmla="*/ 14 w 37"/>
                <a:gd name="T15" fmla="*/ 0 h 17"/>
                <a:gd name="T16" fmla="*/ 14 w 37"/>
                <a:gd name="T17" fmla="*/ 2 h 17"/>
                <a:gd name="T18" fmla="*/ 37 w 37"/>
                <a:gd name="T19" fmla="*/ 17 h 17"/>
                <a:gd name="T20" fmla="*/ 34 w 37"/>
                <a:gd name="T21" fmla="*/ 17 h 17"/>
                <a:gd name="T22" fmla="*/ 34 w 37"/>
                <a:gd name="T23" fmla="*/ 2 h 17"/>
                <a:gd name="T24" fmla="*/ 34 w 37"/>
                <a:gd name="T25" fmla="*/ 2 h 17"/>
                <a:gd name="T26" fmla="*/ 29 w 37"/>
                <a:gd name="T27" fmla="*/ 17 h 17"/>
                <a:gd name="T28" fmla="*/ 27 w 37"/>
                <a:gd name="T29" fmla="*/ 17 h 17"/>
                <a:gd name="T30" fmla="*/ 21 w 37"/>
                <a:gd name="T31" fmla="*/ 2 h 17"/>
                <a:gd name="T32" fmla="*/ 20 w 37"/>
                <a:gd name="T33" fmla="*/ 2 h 17"/>
                <a:gd name="T34" fmla="*/ 20 w 37"/>
                <a:gd name="T35" fmla="*/ 17 h 17"/>
                <a:gd name="T36" fmla="*/ 18 w 37"/>
                <a:gd name="T37" fmla="*/ 17 h 17"/>
                <a:gd name="T38" fmla="*/ 18 w 37"/>
                <a:gd name="T39" fmla="*/ 0 h 17"/>
                <a:gd name="T40" fmla="*/ 22 w 37"/>
                <a:gd name="T41" fmla="*/ 0 h 17"/>
                <a:gd name="T42" fmla="*/ 28 w 37"/>
                <a:gd name="T43" fmla="*/ 13 h 17"/>
                <a:gd name="T44" fmla="*/ 33 w 37"/>
                <a:gd name="T45" fmla="*/ 0 h 17"/>
                <a:gd name="T46" fmla="*/ 37 w 37"/>
                <a:gd name="T47" fmla="*/ 0 h 17"/>
                <a:gd name="T48" fmla="*/ 37 w 37"/>
                <a:gd name="T4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 fontAlgn="auto">
                <a:spcBef>
                  <a:spcPts val="0"/>
                </a:spcBef>
                <a:spcAft>
                  <a:spcPts val="0"/>
                </a:spcAft>
              </a:pPr>
              <a:endParaRPr lang="en-GB" sz="1800">
                <a:solidFill>
                  <a:srgbClr val="000000"/>
                </a:solidFill>
                <a:latin typeface="Helvetica 75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31236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314325" y="267494"/>
            <a:ext cx="8515349" cy="4283869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 marL="361950" indent="-361950">
              <a:spcBef>
                <a:spcPts val="0"/>
              </a:spcBef>
              <a:buClrTx/>
              <a:buSzPct val="100000"/>
              <a:buFont typeface="+mj-lt"/>
              <a:buAutoNum type="arabicPeriod"/>
              <a:defRPr sz="3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contents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</a:pPr>
            <a:r>
              <a:rPr lang="en-GB" sz="800" dirty="0">
                <a:solidFill>
                  <a:srgbClr val="FF7900"/>
                </a:solidFill>
                <a:latin typeface="Helvetica 75 Bold" panose="020B0804020202020204" pitchFamily="34" charset="0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61175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13769" y="268288"/>
            <a:ext cx="6096839" cy="4283075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spcBef>
                <a:spcPts val="0"/>
              </a:spcBef>
              <a:buNone/>
              <a:defRPr sz="5500" baseline="0"/>
            </a:lvl1pPr>
            <a:lvl2pPr>
              <a:lnSpc>
                <a:spcPct val="85000"/>
              </a:lnSpc>
              <a:spcBef>
                <a:spcPts val="0"/>
              </a:spcBef>
              <a:defRPr sz="5500"/>
            </a:lvl2pPr>
            <a:lvl3pPr>
              <a:defRPr sz="5500"/>
            </a:lvl3pPr>
            <a:lvl4pPr>
              <a:defRPr sz="5500"/>
            </a:lvl4pPr>
            <a:lvl5pPr>
              <a:defRPr sz="5500"/>
            </a:lvl5pPr>
          </a:lstStyle>
          <a:p>
            <a:pPr lvl="0"/>
            <a:r>
              <a:rPr lang="en-US" dirty="0"/>
              <a:t>Click to edit section number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</a:pPr>
            <a:r>
              <a:rPr lang="en-GB" sz="800" dirty="0">
                <a:solidFill>
                  <a:srgbClr val="FF7900"/>
                </a:solidFill>
                <a:latin typeface="Helvetica 75 Bold" panose="020B0804020202020204" pitchFamily="34" charset="0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42880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13200" y="1181100"/>
            <a:ext cx="3968055" cy="3370262"/>
          </a:xfrm>
        </p:spPr>
        <p:txBody>
          <a:bodyPr>
            <a:normAutofit/>
          </a:bodyPr>
          <a:lstStyle>
            <a:lvl1pPr>
              <a:defRPr sz="1400" baseline="0"/>
            </a:lvl1pPr>
            <a:lvl2pPr>
              <a:defRPr sz="1400" baseline="0">
                <a:solidFill>
                  <a:schemeClr val="tx1"/>
                </a:solidFill>
              </a:defRPr>
            </a:lvl2pPr>
            <a:lvl3pPr>
              <a:defRPr sz="1400" baseline="0">
                <a:solidFill>
                  <a:schemeClr val="tx1"/>
                </a:solidFill>
              </a:defRPr>
            </a:lvl3pPr>
            <a:lvl4pPr>
              <a:defRPr sz="1400" baseline="0">
                <a:solidFill>
                  <a:schemeClr val="tx1"/>
                </a:solidFill>
              </a:defRPr>
            </a:lvl4pPr>
            <a:lvl5pPr>
              <a:defRPr sz="1400" baseline="0">
                <a:solidFill>
                  <a:schemeClr val="tx1"/>
                </a:solidFill>
              </a:defRPr>
            </a:lvl5pPr>
            <a:lvl6pPr>
              <a:defRPr sz="14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864795" y="1181100"/>
            <a:ext cx="3964880" cy="337026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  <a:lvl6pPr>
              <a:defRPr sz="14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  <a:endParaRPr lang="en-GB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313199" y="268288"/>
            <a:ext cx="8516475" cy="74136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</a:pPr>
            <a:r>
              <a:rPr lang="en-GB" sz="800" dirty="0">
                <a:solidFill>
                  <a:srgbClr val="FF7900"/>
                </a:solidFill>
                <a:latin typeface="Helvetica 75 Bold" panose="020B0804020202020204" pitchFamily="34" charset="0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1994723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</a:pPr>
            <a:r>
              <a:rPr lang="en-GB" sz="800" dirty="0">
                <a:solidFill>
                  <a:srgbClr val="FF7900"/>
                </a:solidFill>
                <a:latin typeface="Helvetica 75 Bold" panose="020B0804020202020204" pitchFamily="34" charset="0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3732503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Medi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9144000" cy="51435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6129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</a:pPr>
            <a:r>
              <a:rPr lang="en-GB" sz="800" dirty="0">
                <a:solidFill>
                  <a:srgbClr val="FF7900"/>
                </a:solidFill>
                <a:latin typeface="Helvetica 75 Bold" panose="020B0804020202020204" pitchFamily="34" charset="0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2424265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14326" y="1181101"/>
            <a:ext cx="8515350" cy="3370262"/>
          </a:xfrm>
        </p:spPr>
        <p:txBody>
          <a:bodyPr/>
          <a:lstStyle>
            <a:lvl1pPr>
              <a:defRPr/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/>
            </a:lvl6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GB" dirty="0"/>
              <a:t>Sixth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</a:pPr>
            <a:r>
              <a:rPr lang="en-GB" sz="800" dirty="0">
                <a:solidFill>
                  <a:srgbClr val="FF7900"/>
                </a:solidFill>
                <a:latin typeface="Helvetica 75 Bold" panose="020B0804020202020204" pitchFamily="34" charset="0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2035213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3535" y="267618"/>
            <a:ext cx="4829289" cy="2304131"/>
          </a:xfrm>
        </p:spPr>
        <p:txBody>
          <a:bodyPr>
            <a:noAutofit/>
          </a:bodyPr>
          <a:lstStyle>
            <a:lvl1pPr algn="l">
              <a:lnSpc>
                <a:spcPct val="85000"/>
              </a:lnSpc>
              <a:defRPr sz="55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800726" y="266701"/>
            <a:ext cx="3028950" cy="340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4325" y="2704144"/>
            <a:ext cx="4827547" cy="966156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1"/>
                </a:solidFill>
              </a:defRPr>
            </a:lvl1pPr>
            <a:lvl2pPr marL="180975" indent="-180975" algn="l"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406800" indent="-190800" algn="l">
              <a:spcBef>
                <a:spcPts val="336"/>
              </a:spcBef>
              <a:buClrTx/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  <a:latin typeface="Helvetica 55 Roman" panose="020B0604020202020204" pitchFamily="34" charset="0"/>
              </a:defRPr>
            </a:lvl3pPr>
            <a:lvl4pPr marL="594000" indent="-172800" algn="l">
              <a:spcBef>
                <a:spcPts val="24"/>
              </a:spcBef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4pPr>
            <a:lvl5pPr marL="799200" indent="-190800" algn="l"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presenter name</a:t>
            </a:r>
          </a:p>
        </p:txBody>
      </p:sp>
      <p:grpSp>
        <p:nvGrpSpPr>
          <p:cNvPr id="3" name="Group 2"/>
          <p:cNvGrpSpPr/>
          <p:nvPr userDrawn="1"/>
        </p:nvGrpSpPr>
        <p:grpSpPr>
          <a:xfrm>
            <a:off x="313535" y="4233863"/>
            <a:ext cx="612775" cy="612775"/>
            <a:chOff x="313535" y="4233863"/>
            <a:chExt cx="612775" cy="612775"/>
          </a:xfrm>
        </p:grpSpPr>
        <p:sp>
          <p:nvSpPr>
            <p:cNvPr id="50" name="Rectangle 5"/>
            <p:cNvSpPr>
              <a:spLocks noChangeArrowheads="1"/>
            </p:cNvSpPr>
            <p:nvPr userDrawn="1"/>
          </p:nvSpPr>
          <p:spPr bwMode="auto">
            <a:xfrm>
              <a:off x="313535" y="4233863"/>
              <a:ext cx="612775" cy="612775"/>
            </a:xfrm>
            <a:prstGeom prst="rect">
              <a:avLst/>
            </a:pr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 fontAlgn="auto">
                <a:spcBef>
                  <a:spcPts val="0"/>
                </a:spcBef>
                <a:spcAft>
                  <a:spcPts val="0"/>
                </a:spcAft>
              </a:pPr>
              <a:endParaRPr lang="en-GB" sz="1800">
                <a:solidFill>
                  <a:srgbClr val="000000"/>
                </a:solidFill>
                <a:latin typeface="Helvetica 75 Bold"/>
              </a:endParaRPr>
            </a:p>
          </p:txBody>
        </p:sp>
        <p:sp>
          <p:nvSpPr>
            <p:cNvPr id="51" name="Freeform 6"/>
            <p:cNvSpPr>
              <a:spLocks noEditPoints="1"/>
            </p:cNvSpPr>
            <p:nvPr userDrawn="1"/>
          </p:nvSpPr>
          <p:spPr bwMode="auto">
            <a:xfrm>
              <a:off x="500860" y="4708526"/>
              <a:ext cx="74613" cy="87313"/>
            </a:xfrm>
            <a:custGeom>
              <a:avLst/>
              <a:gdLst>
                <a:gd name="T0" fmla="*/ 66 w 93"/>
                <a:gd name="T1" fmla="*/ 99 h 109"/>
                <a:gd name="T2" fmla="*/ 31 w 93"/>
                <a:gd name="T3" fmla="*/ 109 h 109"/>
                <a:gd name="T4" fmla="*/ 0 w 93"/>
                <a:gd name="T5" fmla="*/ 79 h 109"/>
                <a:gd name="T6" fmla="*/ 66 w 93"/>
                <a:gd name="T7" fmla="*/ 37 h 109"/>
                <a:gd name="T8" fmla="*/ 66 w 93"/>
                <a:gd name="T9" fmla="*/ 32 h 109"/>
                <a:gd name="T10" fmla="*/ 49 w 93"/>
                <a:gd name="T11" fmla="*/ 19 h 109"/>
                <a:gd name="T12" fmla="*/ 24 w 93"/>
                <a:gd name="T13" fmla="*/ 32 h 109"/>
                <a:gd name="T14" fmla="*/ 5 w 93"/>
                <a:gd name="T15" fmla="*/ 21 h 109"/>
                <a:gd name="T16" fmla="*/ 50 w 93"/>
                <a:gd name="T17" fmla="*/ 0 h 109"/>
                <a:gd name="T18" fmla="*/ 93 w 93"/>
                <a:gd name="T19" fmla="*/ 32 h 109"/>
                <a:gd name="T20" fmla="*/ 93 w 93"/>
                <a:gd name="T21" fmla="*/ 108 h 109"/>
                <a:gd name="T22" fmla="*/ 68 w 93"/>
                <a:gd name="T23" fmla="*/ 108 h 109"/>
                <a:gd name="T24" fmla="*/ 66 w 93"/>
                <a:gd name="T25" fmla="*/ 99 h 109"/>
                <a:gd name="T26" fmla="*/ 27 w 93"/>
                <a:gd name="T27" fmla="*/ 77 h 109"/>
                <a:gd name="T28" fmla="*/ 39 w 93"/>
                <a:gd name="T29" fmla="*/ 90 h 109"/>
                <a:gd name="T30" fmla="*/ 65 w 93"/>
                <a:gd name="T31" fmla="*/ 79 h 109"/>
                <a:gd name="T32" fmla="*/ 65 w 93"/>
                <a:gd name="T33" fmla="*/ 54 h 109"/>
                <a:gd name="T34" fmla="*/ 27 w 93"/>
                <a:gd name="T35" fmla="*/ 7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 fontAlgn="auto">
                <a:spcBef>
                  <a:spcPts val="0"/>
                </a:spcBef>
                <a:spcAft>
                  <a:spcPts val="0"/>
                </a:spcAft>
              </a:pPr>
              <a:endParaRPr lang="en-GB" sz="1800">
                <a:solidFill>
                  <a:srgbClr val="000000"/>
                </a:solidFill>
                <a:latin typeface="Helvetica 75 Bold"/>
              </a:endParaRPr>
            </a:p>
          </p:txBody>
        </p:sp>
        <p:sp>
          <p:nvSpPr>
            <p:cNvPr id="52" name="Freeform 7"/>
            <p:cNvSpPr>
              <a:spLocks/>
            </p:cNvSpPr>
            <p:nvPr userDrawn="1"/>
          </p:nvSpPr>
          <p:spPr bwMode="auto">
            <a:xfrm>
              <a:off x="592935" y="4708526"/>
              <a:ext cx="76200" cy="87313"/>
            </a:xfrm>
            <a:custGeom>
              <a:avLst/>
              <a:gdLst>
                <a:gd name="T0" fmla="*/ 0 w 94"/>
                <a:gd name="T1" fmla="*/ 5 h 108"/>
                <a:gd name="T2" fmla="*/ 23 w 94"/>
                <a:gd name="T3" fmla="*/ 2 h 108"/>
                <a:gd name="T4" fmla="*/ 25 w 94"/>
                <a:gd name="T5" fmla="*/ 15 h 108"/>
                <a:gd name="T6" fmla="*/ 61 w 94"/>
                <a:gd name="T7" fmla="*/ 0 h 108"/>
                <a:gd name="T8" fmla="*/ 94 w 94"/>
                <a:gd name="T9" fmla="*/ 34 h 108"/>
                <a:gd name="T10" fmla="*/ 94 w 94"/>
                <a:gd name="T11" fmla="*/ 108 h 108"/>
                <a:gd name="T12" fmla="*/ 66 w 94"/>
                <a:gd name="T13" fmla="*/ 108 h 108"/>
                <a:gd name="T14" fmla="*/ 66 w 94"/>
                <a:gd name="T15" fmla="*/ 39 h 108"/>
                <a:gd name="T16" fmla="*/ 53 w 94"/>
                <a:gd name="T17" fmla="*/ 21 h 108"/>
                <a:gd name="T18" fmla="*/ 27 w 94"/>
                <a:gd name="T19" fmla="*/ 32 h 108"/>
                <a:gd name="T20" fmla="*/ 27 w 94"/>
                <a:gd name="T21" fmla="*/ 108 h 108"/>
                <a:gd name="T22" fmla="*/ 0 w 94"/>
                <a:gd name="T23" fmla="*/ 108 h 108"/>
                <a:gd name="T24" fmla="*/ 0 w 94"/>
                <a:gd name="T25" fmla="*/ 5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 fontAlgn="auto">
                <a:spcBef>
                  <a:spcPts val="0"/>
                </a:spcBef>
                <a:spcAft>
                  <a:spcPts val="0"/>
                </a:spcAft>
              </a:pPr>
              <a:endParaRPr lang="en-GB" sz="1800">
                <a:solidFill>
                  <a:srgbClr val="000000"/>
                </a:solidFill>
                <a:latin typeface="Helvetica 75 Bold"/>
              </a:endParaRPr>
            </a:p>
          </p:txBody>
        </p:sp>
        <p:sp>
          <p:nvSpPr>
            <p:cNvPr id="53" name="Freeform 8"/>
            <p:cNvSpPr>
              <a:spLocks noEditPoints="1"/>
            </p:cNvSpPr>
            <p:nvPr userDrawn="1"/>
          </p:nvSpPr>
          <p:spPr bwMode="auto">
            <a:xfrm>
              <a:off x="778673" y="4708526"/>
              <a:ext cx="79375" cy="88900"/>
            </a:xfrm>
            <a:custGeom>
              <a:avLst/>
              <a:gdLst>
                <a:gd name="T0" fmla="*/ 50 w 98"/>
                <a:gd name="T1" fmla="*/ 110 h 110"/>
                <a:gd name="T2" fmla="*/ 0 w 98"/>
                <a:gd name="T3" fmla="*/ 55 h 110"/>
                <a:gd name="T4" fmla="*/ 49 w 98"/>
                <a:gd name="T5" fmla="*/ 0 h 110"/>
                <a:gd name="T6" fmla="*/ 98 w 98"/>
                <a:gd name="T7" fmla="*/ 54 h 110"/>
                <a:gd name="T8" fmla="*/ 97 w 98"/>
                <a:gd name="T9" fmla="*/ 59 h 110"/>
                <a:gd name="T10" fmla="*/ 27 w 98"/>
                <a:gd name="T11" fmla="*/ 59 h 110"/>
                <a:gd name="T12" fmla="*/ 52 w 98"/>
                <a:gd name="T13" fmla="*/ 89 h 110"/>
                <a:gd name="T14" fmla="*/ 76 w 98"/>
                <a:gd name="T15" fmla="*/ 76 h 110"/>
                <a:gd name="T16" fmla="*/ 96 w 98"/>
                <a:gd name="T17" fmla="*/ 87 h 110"/>
                <a:gd name="T18" fmla="*/ 50 w 98"/>
                <a:gd name="T19" fmla="*/ 110 h 110"/>
                <a:gd name="T20" fmla="*/ 70 w 98"/>
                <a:gd name="T21" fmla="*/ 41 h 110"/>
                <a:gd name="T22" fmla="*/ 49 w 98"/>
                <a:gd name="T23" fmla="*/ 19 h 110"/>
                <a:gd name="T24" fmla="*/ 28 w 98"/>
                <a:gd name="T25" fmla="*/ 41 h 110"/>
                <a:gd name="T26" fmla="*/ 70 w 98"/>
                <a:gd name="T27" fmla="*/ 41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 fontAlgn="auto">
                <a:spcBef>
                  <a:spcPts val="0"/>
                </a:spcBef>
                <a:spcAft>
                  <a:spcPts val="0"/>
                </a:spcAft>
              </a:pPr>
              <a:endParaRPr lang="en-GB" sz="1800">
                <a:solidFill>
                  <a:srgbClr val="000000"/>
                </a:solidFill>
                <a:latin typeface="Helvetica 75 Bold"/>
              </a:endParaRPr>
            </a:p>
          </p:txBody>
        </p:sp>
        <p:sp>
          <p:nvSpPr>
            <p:cNvPr id="54" name="Freeform 9"/>
            <p:cNvSpPr>
              <a:spLocks noEditPoints="1"/>
            </p:cNvSpPr>
            <p:nvPr userDrawn="1"/>
          </p:nvSpPr>
          <p:spPr bwMode="auto">
            <a:xfrm>
              <a:off x="346873" y="4708526"/>
              <a:ext cx="84138" cy="88900"/>
            </a:xfrm>
            <a:custGeom>
              <a:avLst/>
              <a:gdLst>
                <a:gd name="T0" fmla="*/ 52 w 104"/>
                <a:gd name="T1" fmla="*/ 111 h 111"/>
                <a:gd name="T2" fmla="*/ 0 w 104"/>
                <a:gd name="T3" fmla="*/ 55 h 111"/>
                <a:gd name="T4" fmla="*/ 52 w 104"/>
                <a:gd name="T5" fmla="*/ 0 h 111"/>
                <a:gd name="T6" fmla="*/ 104 w 104"/>
                <a:gd name="T7" fmla="*/ 55 h 111"/>
                <a:gd name="T8" fmla="*/ 52 w 104"/>
                <a:gd name="T9" fmla="*/ 111 h 111"/>
                <a:gd name="T10" fmla="*/ 52 w 104"/>
                <a:gd name="T11" fmla="*/ 23 h 111"/>
                <a:gd name="T12" fmla="*/ 28 w 104"/>
                <a:gd name="T13" fmla="*/ 55 h 111"/>
                <a:gd name="T14" fmla="*/ 52 w 104"/>
                <a:gd name="T15" fmla="*/ 87 h 111"/>
                <a:gd name="T16" fmla="*/ 77 w 104"/>
                <a:gd name="T17" fmla="*/ 55 h 111"/>
                <a:gd name="T18" fmla="*/ 52 w 104"/>
                <a:gd name="T19" fmla="*/ 23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 fontAlgn="auto">
                <a:spcBef>
                  <a:spcPts val="0"/>
                </a:spcBef>
                <a:spcAft>
                  <a:spcPts val="0"/>
                </a:spcAft>
              </a:pPr>
              <a:endParaRPr lang="en-GB" sz="1800">
                <a:solidFill>
                  <a:srgbClr val="000000"/>
                </a:solidFill>
                <a:latin typeface="Helvetica 75 Bold"/>
              </a:endParaRPr>
            </a:p>
          </p:txBody>
        </p:sp>
        <p:sp>
          <p:nvSpPr>
            <p:cNvPr id="55" name="Freeform 10"/>
            <p:cNvSpPr>
              <a:spLocks/>
            </p:cNvSpPr>
            <p:nvPr userDrawn="1"/>
          </p:nvSpPr>
          <p:spPr bwMode="auto">
            <a:xfrm>
              <a:off x="446885" y="4708526"/>
              <a:ext cx="47625" cy="87313"/>
            </a:xfrm>
            <a:custGeom>
              <a:avLst/>
              <a:gdLst>
                <a:gd name="T0" fmla="*/ 0 w 59"/>
                <a:gd name="T1" fmla="*/ 3 h 108"/>
                <a:gd name="T2" fmla="*/ 26 w 59"/>
                <a:gd name="T3" fmla="*/ 3 h 108"/>
                <a:gd name="T4" fmla="*/ 26 w 59"/>
                <a:gd name="T5" fmla="*/ 15 h 108"/>
                <a:gd name="T6" fmla="*/ 55 w 59"/>
                <a:gd name="T7" fmla="*/ 0 h 108"/>
                <a:gd name="T8" fmla="*/ 59 w 59"/>
                <a:gd name="T9" fmla="*/ 1 h 108"/>
                <a:gd name="T10" fmla="*/ 59 w 59"/>
                <a:gd name="T11" fmla="*/ 27 h 108"/>
                <a:gd name="T12" fmla="*/ 58 w 59"/>
                <a:gd name="T13" fmla="*/ 27 h 108"/>
                <a:gd name="T14" fmla="*/ 28 w 59"/>
                <a:gd name="T15" fmla="*/ 38 h 108"/>
                <a:gd name="T16" fmla="*/ 28 w 59"/>
                <a:gd name="T17" fmla="*/ 108 h 108"/>
                <a:gd name="T18" fmla="*/ 0 w 59"/>
                <a:gd name="T19" fmla="*/ 108 h 108"/>
                <a:gd name="T20" fmla="*/ 0 w 59"/>
                <a:gd name="T21" fmla="*/ 3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 fontAlgn="auto">
                <a:spcBef>
                  <a:spcPts val="0"/>
                </a:spcBef>
                <a:spcAft>
                  <a:spcPts val="0"/>
                </a:spcAft>
              </a:pPr>
              <a:endParaRPr lang="en-GB" sz="1800">
                <a:solidFill>
                  <a:srgbClr val="000000"/>
                </a:solidFill>
                <a:latin typeface="Helvetica 75 Bold"/>
              </a:endParaRPr>
            </a:p>
          </p:txBody>
        </p:sp>
        <p:sp>
          <p:nvSpPr>
            <p:cNvPr id="56" name="Freeform 11"/>
            <p:cNvSpPr>
              <a:spLocks noEditPoints="1"/>
            </p:cNvSpPr>
            <p:nvPr userDrawn="1"/>
          </p:nvSpPr>
          <p:spPr bwMode="auto">
            <a:xfrm>
              <a:off x="685010" y="4708526"/>
              <a:ext cx="79375" cy="120650"/>
            </a:xfrm>
            <a:custGeom>
              <a:avLst/>
              <a:gdLst>
                <a:gd name="T0" fmla="*/ 49 w 98"/>
                <a:gd name="T1" fmla="*/ 85 h 149"/>
                <a:gd name="T2" fmla="*/ 72 w 98"/>
                <a:gd name="T3" fmla="*/ 50 h 149"/>
                <a:gd name="T4" fmla="*/ 49 w 98"/>
                <a:gd name="T5" fmla="*/ 20 h 149"/>
                <a:gd name="T6" fmla="*/ 28 w 98"/>
                <a:gd name="T7" fmla="*/ 51 h 149"/>
                <a:gd name="T8" fmla="*/ 49 w 98"/>
                <a:gd name="T9" fmla="*/ 85 h 149"/>
                <a:gd name="T10" fmla="*/ 98 w 98"/>
                <a:gd name="T11" fmla="*/ 2 h 149"/>
                <a:gd name="T12" fmla="*/ 98 w 98"/>
                <a:gd name="T13" fmla="*/ 102 h 149"/>
                <a:gd name="T14" fmla="*/ 47 w 98"/>
                <a:gd name="T15" fmla="*/ 149 h 149"/>
                <a:gd name="T16" fmla="*/ 3 w 98"/>
                <a:gd name="T17" fmla="*/ 123 h 149"/>
                <a:gd name="T18" fmla="*/ 30 w 98"/>
                <a:gd name="T19" fmla="*/ 118 h 149"/>
                <a:gd name="T20" fmla="*/ 50 w 98"/>
                <a:gd name="T21" fmla="*/ 128 h 149"/>
                <a:gd name="T22" fmla="*/ 72 w 98"/>
                <a:gd name="T23" fmla="*/ 105 h 149"/>
                <a:gd name="T24" fmla="*/ 72 w 98"/>
                <a:gd name="T25" fmla="*/ 93 h 149"/>
                <a:gd name="T26" fmla="*/ 71 w 98"/>
                <a:gd name="T27" fmla="*/ 92 h 149"/>
                <a:gd name="T28" fmla="*/ 44 w 98"/>
                <a:gd name="T29" fmla="*/ 108 h 149"/>
                <a:gd name="T30" fmla="*/ 0 w 98"/>
                <a:gd name="T31" fmla="*/ 55 h 149"/>
                <a:gd name="T32" fmla="*/ 42 w 98"/>
                <a:gd name="T33" fmla="*/ 0 h 149"/>
                <a:gd name="T34" fmla="*/ 73 w 98"/>
                <a:gd name="T35" fmla="*/ 15 h 149"/>
                <a:gd name="T36" fmla="*/ 73 w 98"/>
                <a:gd name="T37" fmla="*/ 15 h 149"/>
                <a:gd name="T38" fmla="*/ 75 w 98"/>
                <a:gd name="T39" fmla="*/ 2 h 149"/>
                <a:gd name="T40" fmla="*/ 98 w 98"/>
                <a:gd name="T41" fmla="*/ 2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 fontAlgn="auto">
                <a:spcBef>
                  <a:spcPts val="0"/>
                </a:spcBef>
                <a:spcAft>
                  <a:spcPts val="0"/>
                </a:spcAft>
              </a:pPr>
              <a:endParaRPr lang="en-GB" sz="1800">
                <a:solidFill>
                  <a:srgbClr val="000000"/>
                </a:solidFill>
                <a:latin typeface="Helvetica 75 Bold"/>
              </a:endParaRPr>
            </a:p>
          </p:txBody>
        </p:sp>
        <p:sp>
          <p:nvSpPr>
            <p:cNvPr id="57" name="Freeform 12"/>
            <p:cNvSpPr>
              <a:spLocks noEditPoints="1"/>
            </p:cNvSpPr>
            <p:nvPr userDrawn="1"/>
          </p:nvSpPr>
          <p:spPr bwMode="auto">
            <a:xfrm>
              <a:off x="843760" y="4678363"/>
              <a:ext cx="58738" cy="26988"/>
            </a:xfrm>
            <a:custGeom>
              <a:avLst/>
              <a:gdLst>
                <a:gd name="T0" fmla="*/ 14 w 37"/>
                <a:gd name="T1" fmla="*/ 2 h 17"/>
                <a:gd name="T2" fmla="*/ 9 w 37"/>
                <a:gd name="T3" fmla="*/ 2 h 17"/>
                <a:gd name="T4" fmla="*/ 9 w 37"/>
                <a:gd name="T5" fmla="*/ 17 h 17"/>
                <a:gd name="T6" fmla="*/ 6 w 37"/>
                <a:gd name="T7" fmla="*/ 17 h 17"/>
                <a:gd name="T8" fmla="*/ 6 w 37"/>
                <a:gd name="T9" fmla="*/ 2 h 17"/>
                <a:gd name="T10" fmla="*/ 0 w 37"/>
                <a:gd name="T11" fmla="*/ 2 h 17"/>
                <a:gd name="T12" fmla="*/ 0 w 37"/>
                <a:gd name="T13" fmla="*/ 0 h 17"/>
                <a:gd name="T14" fmla="*/ 14 w 37"/>
                <a:gd name="T15" fmla="*/ 0 h 17"/>
                <a:gd name="T16" fmla="*/ 14 w 37"/>
                <a:gd name="T17" fmla="*/ 2 h 17"/>
                <a:gd name="T18" fmla="*/ 37 w 37"/>
                <a:gd name="T19" fmla="*/ 17 h 17"/>
                <a:gd name="T20" fmla="*/ 34 w 37"/>
                <a:gd name="T21" fmla="*/ 17 h 17"/>
                <a:gd name="T22" fmla="*/ 34 w 37"/>
                <a:gd name="T23" fmla="*/ 2 h 17"/>
                <a:gd name="T24" fmla="*/ 34 w 37"/>
                <a:gd name="T25" fmla="*/ 2 h 17"/>
                <a:gd name="T26" fmla="*/ 29 w 37"/>
                <a:gd name="T27" fmla="*/ 17 h 17"/>
                <a:gd name="T28" fmla="*/ 27 w 37"/>
                <a:gd name="T29" fmla="*/ 17 h 17"/>
                <a:gd name="T30" fmla="*/ 21 w 37"/>
                <a:gd name="T31" fmla="*/ 2 h 17"/>
                <a:gd name="T32" fmla="*/ 20 w 37"/>
                <a:gd name="T33" fmla="*/ 2 h 17"/>
                <a:gd name="T34" fmla="*/ 20 w 37"/>
                <a:gd name="T35" fmla="*/ 17 h 17"/>
                <a:gd name="T36" fmla="*/ 18 w 37"/>
                <a:gd name="T37" fmla="*/ 17 h 17"/>
                <a:gd name="T38" fmla="*/ 18 w 37"/>
                <a:gd name="T39" fmla="*/ 0 h 17"/>
                <a:gd name="T40" fmla="*/ 22 w 37"/>
                <a:gd name="T41" fmla="*/ 0 h 17"/>
                <a:gd name="T42" fmla="*/ 28 w 37"/>
                <a:gd name="T43" fmla="*/ 13 h 17"/>
                <a:gd name="T44" fmla="*/ 33 w 37"/>
                <a:gd name="T45" fmla="*/ 0 h 17"/>
                <a:gd name="T46" fmla="*/ 37 w 37"/>
                <a:gd name="T47" fmla="*/ 0 h 17"/>
                <a:gd name="T48" fmla="*/ 37 w 37"/>
                <a:gd name="T4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 fontAlgn="auto">
                <a:spcBef>
                  <a:spcPts val="0"/>
                </a:spcBef>
                <a:spcAft>
                  <a:spcPts val="0"/>
                </a:spcAft>
              </a:pPr>
              <a:endParaRPr lang="en-GB" sz="1800">
                <a:solidFill>
                  <a:srgbClr val="000000"/>
                </a:solidFill>
                <a:latin typeface="Helvetica 75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81669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314325" y="267494"/>
            <a:ext cx="8515349" cy="4283869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 marL="361950" indent="-361950">
              <a:spcBef>
                <a:spcPts val="0"/>
              </a:spcBef>
              <a:buClrTx/>
              <a:buSzPct val="100000"/>
              <a:buFont typeface="+mj-lt"/>
              <a:buAutoNum type="arabicPeriod"/>
              <a:defRPr sz="3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contents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</a:pPr>
            <a:r>
              <a:rPr lang="en-GB" sz="800" dirty="0">
                <a:solidFill>
                  <a:srgbClr val="FF7900"/>
                </a:solidFill>
                <a:latin typeface="Helvetica 75 Bold" panose="020B0804020202020204" pitchFamily="34" charset="0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3715805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13769" y="268288"/>
            <a:ext cx="6096839" cy="4283075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spcBef>
                <a:spcPts val="0"/>
              </a:spcBef>
              <a:buNone/>
              <a:defRPr sz="5500" baseline="0"/>
            </a:lvl1pPr>
            <a:lvl2pPr>
              <a:lnSpc>
                <a:spcPct val="85000"/>
              </a:lnSpc>
              <a:spcBef>
                <a:spcPts val="0"/>
              </a:spcBef>
              <a:defRPr sz="5500"/>
            </a:lvl2pPr>
            <a:lvl3pPr>
              <a:defRPr sz="5500"/>
            </a:lvl3pPr>
            <a:lvl4pPr>
              <a:defRPr sz="5500"/>
            </a:lvl4pPr>
            <a:lvl5pPr>
              <a:defRPr sz="5500"/>
            </a:lvl5pPr>
          </a:lstStyle>
          <a:p>
            <a:pPr lvl="0"/>
            <a:r>
              <a:rPr lang="en-US" dirty="0"/>
              <a:t>Click to edit section number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</a:pPr>
            <a:r>
              <a:rPr lang="en-GB" sz="800" dirty="0">
                <a:solidFill>
                  <a:srgbClr val="FF7900"/>
                </a:solidFill>
                <a:latin typeface="Helvetica 75 Bold" panose="020B0804020202020204" pitchFamily="34" charset="0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2013320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13200" y="1181100"/>
            <a:ext cx="3968055" cy="3370262"/>
          </a:xfrm>
        </p:spPr>
        <p:txBody>
          <a:bodyPr>
            <a:normAutofit/>
          </a:bodyPr>
          <a:lstStyle>
            <a:lvl1pPr>
              <a:defRPr sz="1400" baseline="0"/>
            </a:lvl1pPr>
            <a:lvl2pPr>
              <a:defRPr sz="1400" baseline="0">
                <a:solidFill>
                  <a:schemeClr val="tx1"/>
                </a:solidFill>
              </a:defRPr>
            </a:lvl2pPr>
            <a:lvl3pPr>
              <a:defRPr sz="1400" baseline="0">
                <a:solidFill>
                  <a:schemeClr val="tx1"/>
                </a:solidFill>
              </a:defRPr>
            </a:lvl3pPr>
            <a:lvl4pPr>
              <a:defRPr sz="1400" baseline="0">
                <a:solidFill>
                  <a:schemeClr val="tx1"/>
                </a:solidFill>
              </a:defRPr>
            </a:lvl4pPr>
            <a:lvl5pPr>
              <a:defRPr sz="1400" baseline="0">
                <a:solidFill>
                  <a:schemeClr val="tx1"/>
                </a:solidFill>
              </a:defRPr>
            </a:lvl5pPr>
            <a:lvl6pPr>
              <a:defRPr sz="14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864795" y="1181100"/>
            <a:ext cx="3964880" cy="337026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  <a:lvl6pPr>
              <a:defRPr sz="14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  <a:endParaRPr lang="en-GB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313199" y="268288"/>
            <a:ext cx="8516475" cy="74136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</a:pPr>
            <a:r>
              <a:rPr lang="en-GB" sz="800" dirty="0">
                <a:solidFill>
                  <a:srgbClr val="FF7900"/>
                </a:solidFill>
                <a:latin typeface="Helvetica 75 Bold" panose="020B0804020202020204" pitchFamily="34" charset="0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2752409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</a:pPr>
            <a:r>
              <a:rPr lang="en-GB" sz="800" dirty="0">
                <a:solidFill>
                  <a:srgbClr val="FF7900"/>
                </a:solidFill>
                <a:latin typeface="Helvetica 75 Bold" panose="020B0804020202020204" pitchFamily="34" charset="0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130547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Medi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9144000" cy="51435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6587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</a:pPr>
            <a:r>
              <a:rPr lang="en-GB" sz="800" dirty="0">
                <a:solidFill>
                  <a:srgbClr val="FF7900"/>
                </a:solidFill>
                <a:latin typeface="Helvetica 75 Bold" panose="020B0804020202020204" pitchFamily="34" charset="0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1311211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167951" y="4469075"/>
            <a:ext cx="4237362" cy="4837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39727" y="339726"/>
            <a:ext cx="5832475" cy="3460750"/>
          </a:xfrm>
        </p:spPr>
        <p:txBody>
          <a:bodyPr/>
          <a:lstStyle>
            <a:lvl1pPr>
              <a:lnSpc>
                <a:spcPct val="85000"/>
              </a:lnSpc>
              <a:spcAft>
                <a:spcPts val="3200"/>
              </a:spcAft>
              <a:defRPr sz="5500">
                <a:solidFill>
                  <a:schemeClr val="tx1"/>
                </a:solidFill>
                <a:latin typeface="Helvetica 75 Bold" panose="020B0804020202020204" pitchFamily="34" charset="0"/>
              </a:defRPr>
            </a:lvl1pPr>
            <a:lvl2pPr>
              <a:lnSpc>
                <a:spcPct val="90000"/>
              </a:lnSpc>
              <a:spcAft>
                <a:spcPts val="2400"/>
              </a:spcAft>
              <a:defRPr>
                <a:latin typeface="Helvetica 75 Bold" panose="020B08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508752" y="339726"/>
            <a:ext cx="2301875" cy="3460750"/>
          </a:xfrm>
        </p:spPr>
        <p:txBody>
          <a:bodyPr tIns="109728"/>
          <a:lstStyle>
            <a:lvl1pPr>
              <a:spcAft>
                <a:spcPts val="2400"/>
              </a:spcAft>
              <a:defRPr>
                <a:latin typeface="Helvetica 75 Bold" panose="020B0804020202020204" pitchFamily="34" charset="0"/>
              </a:defRPr>
            </a:lvl1pPr>
            <a:lvl2pPr>
              <a:spcAft>
                <a:spcPts val="2400"/>
              </a:spcAft>
              <a:defRPr>
                <a:latin typeface="Helvetica 75 Bold" panose="020B08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864976635"/>
      </p:ext>
    </p:extLst>
  </p:cSld>
  <p:clrMapOvr>
    <a:masterClrMapping/>
  </p:clrMapOvr>
  <p:transition spd="med">
    <p:fade/>
  </p:transition>
  <p:hf sldNum="0" hdr="0" ftr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728" y="339726"/>
            <a:ext cx="8470899" cy="4130675"/>
          </a:xfrm>
        </p:spPr>
        <p:txBody>
          <a:bodyPr/>
          <a:lstStyle>
            <a:lvl1pPr>
              <a:lnSpc>
                <a:spcPct val="85000"/>
              </a:lnSpc>
              <a:spcAft>
                <a:spcPts val="0"/>
              </a:spcAft>
              <a:defRPr sz="3000">
                <a:solidFill>
                  <a:srgbClr val="FF6600"/>
                </a:solidFill>
                <a:latin typeface="Helvetica 75 Bold" panose="020B0804020202020204" pitchFamily="34" charset="0"/>
              </a:defRPr>
            </a:lvl1pPr>
            <a:lvl2pPr marL="401638" indent="-401638">
              <a:lnSpc>
                <a:spcPct val="85000"/>
              </a:lnSpc>
              <a:spcAft>
                <a:spcPts val="0"/>
              </a:spcAft>
              <a:buFont typeface="+mj-lt"/>
              <a:buAutoNum type="arabicPeriod"/>
              <a:defRPr sz="3000">
                <a:latin typeface="Helvetica 75 Bold" panose="020B0804020202020204" pitchFamily="34" charset="0"/>
              </a:defRPr>
            </a:lvl2pPr>
            <a:lvl3pPr marL="0" indent="0">
              <a:lnSpc>
                <a:spcPct val="85000"/>
              </a:lnSpc>
              <a:spcAft>
                <a:spcPts val="800"/>
              </a:spcAft>
              <a:buFont typeface="+mj-lt"/>
              <a:buNone/>
              <a:defRPr sz="3000"/>
            </a:lvl3pPr>
            <a:lvl4pPr marL="0" indent="0">
              <a:lnSpc>
                <a:spcPct val="85000"/>
              </a:lnSpc>
              <a:spcAft>
                <a:spcPts val="800"/>
              </a:spcAft>
              <a:buFont typeface="+mj-lt"/>
              <a:buNone/>
              <a:defRPr sz="3000"/>
            </a:lvl4pPr>
            <a:lvl5pPr marL="0" indent="0">
              <a:lnSpc>
                <a:spcPct val="85000"/>
              </a:lnSpc>
              <a:spcAft>
                <a:spcPts val="800"/>
              </a:spcAft>
              <a:buFont typeface="+mj-lt"/>
              <a:buNone/>
              <a:defRPr sz="3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3826"/>
      </p:ext>
    </p:extLst>
  </p:cSld>
  <p:clrMapOvr>
    <a:masterClrMapping/>
  </p:clrMapOvr>
  <p:transition spd="med">
    <p:fad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728" y="339726"/>
            <a:ext cx="8470899" cy="4130675"/>
          </a:xfrm>
        </p:spPr>
        <p:txBody>
          <a:bodyPr/>
          <a:lstStyle>
            <a:lvl1pPr>
              <a:lnSpc>
                <a:spcPct val="85000"/>
              </a:lnSpc>
              <a:spcAft>
                <a:spcPts val="3200"/>
              </a:spcAft>
              <a:defRPr sz="5500">
                <a:solidFill>
                  <a:schemeClr val="tx1"/>
                </a:solidFill>
                <a:latin typeface="Helvetica 75 Bold" panose="020B0804020202020204" pitchFamily="34" charset="0"/>
              </a:defRPr>
            </a:lvl1pPr>
            <a:lvl2pPr>
              <a:lnSpc>
                <a:spcPct val="90000"/>
              </a:lnSpc>
              <a:spcAft>
                <a:spcPts val="2400"/>
              </a:spcAft>
              <a:defRPr sz="1400">
                <a:latin typeface="Helvetica 75 Bold" panose="020B0804020202020204" pitchFamily="34" charset="0"/>
              </a:defRPr>
            </a:lvl2pPr>
            <a:lvl3pPr marL="0" indent="0">
              <a:lnSpc>
                <a:spcPct val="85000"/>
              </a:lnSpc>
              <a:spcAft>
                <a:spcPts val="800"/>
              </a:spcAft>
              <a:buNone/>
              <a:defRPr sz="1200"/>
            </a:lvl3pPr>
            <a:lvl4pPr>
              <a:lnSpc>
                <a:spcPct val="85000"/>
              </a:lnSpc>
              <a:spcAft>
                <a:spcPts val="800"/>
              </a:spcAft>
              <a:defRPr sz="5500"/>
            </a:lvl4pPr>
            <a:lvl5pPr>
              <a:lnSpc>
                <a:spcPct val="85000"/>
              </a:lnSpc>
              <a:spcAft>
                <a:spcPts val="800"/>
              </a:spcAft>
              <a:defRPr sz="5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596715903"/>
      </p:ext>
    </p:extLst>
  </p:cSld>
  <p:clrMapOvr>
    <a:masterClrMapping/>
  </p:clrMapOvr>
  <p:transition spd="med">
    <p:fad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725" y="339726"/>
            <a:ext cx="8470900" cy="623888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2000">
                <a:solidFill>
                  <a:srgbClr val="FF6600"/>
                </a:solidFill>
                <a:latin typeface="Helvetica 75 Bold" panose="020B08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728" y="1304925"/>
            <a:ext cx="8470899" cy="3165475"/>
          </a:xfrm>
        </p:spPr>
        <p:txBody>
          <a:bodyPr/>
          <a:lstStyle>
            <a:lvl1pPr>
              <a:lnSpc>
                <a:spcPct val="90000"/>
              </a:lnSpc>
              <a:spcAft>
                <a:spcPts val="800"/>
              </a:spcAft>
              <a:defRPr sz="1400">
                <a:solidFill>
                  <a:srgbClr val="FF6600"/>
                </a:solidFill>
                <a:latin typeface="Helvetica 75 Bold" panose="020B0804020202020204" pitchFamily="34" charset="0"/>
              </a:defRPr>
            </a:lvl1pPr>
            <a:lvl2pPr>
              <a:lnSpc>
                <a:spcPct val="90000"/>
              </a:lnSpc>
              <a:spcAft>
                <a:spcPts val="800"/>
              </a:spcAft>
              <a:defRPr sz="1400">
                <a:latin typeface="Helvetica 75 Bold" panose="020B0804020202020204" pitchFamily="34" charset="0"/>
              </a:defRPr>
            </a:lvl2pPr>
            <a:lvl3pPr>
              <a:lnSpc>
                <a:spcPct val="90000"/>
              </a:lnSpc>
              <a:spcAft>
                <a:spcPts val="800"/>
              </a:spcAft>
              <a:defRPr sz="1400">
                <a:latin typeface="Helvetica 75 Bold" panose="020B0804020202020204" pitchFamily="34" charset="0"/>
              </a:defRPr>
            </a:lvl3pPr>
            <a:lvl4pPr>
              <a:lnSpc>
                <a:spcPct val="90000"/>
              </a:lnSpc>
              <a:spcAft>
                <a:spcPts val="800"/>
              </a:spcAft>
              <a:defRPr sz="1400">
                <a:latin typeface="Helvetica 75 Bold" panose="020B0804020202020204" pitchFamily="34" charset="0"/>
              </a:defRPr>
            </a:lvl4pPr>
            <a:lvl5pPr>
              <a:lnSpc>
                <a:spcPct val="90000"/>
              </a:lnSpc>
              <a:spcAft>
                <a:spcPts val="800"/>
              </a:spcAft>
              <a:defRPr sz="1400">
                <a:latin typeface="Helvetica 75 Bold" panose="020B08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951552"/>
      </p:ext>
    </p:extLst>
  </p:cSld>
  <p:clrMapOvr>
    <a:masterClrMapping/>
  </p:clrMapOvr>
  <p:transition spd="med"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725" y="339725"/>
            <a:ext cx="8470900" cy="623889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2000">
                <a:solidFill>
                  <a:srgbClr val="FF6600"/>
                </a:solidFill>
                <a:latin typeface="Helvetica 75 Bold" panose="020B08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726" y="1304925"/>
            <a:ext cx="4065589" cy="3165474"/>
          </a:xfrm>
        </p:spPr>
        <p:txBody>
          <a:bodyPr/>
          <a:lstStyle>
            <a:lvl1pPr>
              <a:lnSpc>
                <a:spcPct val="90000"/>
              </a:lnSpc>
              <a:spcAft>
                <a:spcPts val="800"/>
              </a:spcAft>
              <a:defRPr>
                <a:solidFill>
                  <a:srgbClr val="FF6600"/>
                </a:solidFill>
                <a:latin typeface="Helvetica 75 Bold" panose="020B0804020202020204" pitchFamily="34" charset="0"/>
              </a:defRPr>
            </a:lvl1pPr>
            <a:lvl2pPr>
              <a:lnSpc>
                <a:spcPct val="90000"/>
              </a:lnSpc>
              <a:spcAft>
                <a:spcPts val="800"/>
              </a:spcAft>
              <a:defRPr>
                <a:latin typeface="Helvetica 75 Bold" panose="020B0804020202020204" pitchFamily="34" charset="0"/>
              </a:defRPr>
            </a:lvl2pPr>
            <a:lvl3pPr>
              <a:lnSpc>
                <a:spcPct val="90000"/>
              </a:lnSpc>
              <a:spcAft>
                <a:spcPts val="800"/>
              </a:spcAft>
              <a:defRPr>
                <a:latin typeface="Helvetica 75 Bold" panose="020B0804020202020204" pitchFamily="34" charset="0"/>
              </a:defRPr>
            </a:lvl3pPr>
            <a:lvl4pPr>
              <a:lnSpc>
                <a:spcPct val="90000"/>
              </a:lnSpc>
              <a:spcAft>
                <a:spcPts val="800"/>
              </a:spcAft>
              <a:defRPr>
                <a:latin typeface="Helvetica 75 Bold" panose="020B0804020202020204" pitchFamily="34" charset="0"/>
              </a:defRPr>
            </a:lvl4pPr>
            <a:lvl5pPr>
              <a:lnSpc>
                <a:spcPct val="90000"/>
              </a:lnSpc>
              <a:spcAft>
                <a:spcPts val="800"/>
              </a:spcAft>
              <a:defRPr>
                <a:latin typeface="Helvetica 75 Bold" panose="020B08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4738690" y="1304925"/>
            <a:ext cx="4065589" cy="3165474"/>
          </a:xfrm>
        </p:spPr>
        <p:txBody>
          <a:bodyPr/>
          <a:lstStyle>
            <a:lvl1pPr>
              <a:lnSpc>
                <a:spcPct val="90000"/>
              </a:lnSpc>
              <a:spcAft>
                <a:spcPts val="800"/>
              </a:spcAft>
              <a:defRPr>
                <a:solidFill>
                  <a:srgbClr val="FF6600"/>
                </a:solidFill>
                <a:latin typeface="Helvetica 75 Bold" panose="020B0804020202020204" pitchFamily="34" charset="0"/>
              </a:defRPr>
            </a:lvl1pPr>
            <a:lvl2pPr>
              <a:lnSpc>
                <a:spcPct val="90000"/>
              </a:lnSpc>
              <a:spcAft>
                <a:spcPts val="800"/>
              </a:spcAft>
              <a:defRPr>
                <a:latin typeface="Helvetica 75 Bold" panose="020B0804020202020204" pitchFamily="34" charset="0"/>
              </a:defRPr>
            </a:lvl2pPr>
            <a:lvl3pPr>
              <a:lnSpc>
                <a:spcPct val="90000"/>
              </a:lnSpc>
              <a:spcAft>
                <a:spcPts val="800"/>
              </a:spcAft>
              <a:defRPr>
                <a:latin typeface="Helvetica 75 Bold" panose="020B0804020202020204" pitchFamily="34" charset="0"/>
              </a:defRPr>
            </a:lvl3pPr>
            <a:lvl4pPr>
              <a:lnSpc>
                <a:spcPct val="90000"/>
              </a:lnSpc>
              <a:spcAft>
                <a:spcPts val="800"/>
              </a:spcAft>
              <a:defRPr>
                <a:latin typeface="Helvetica 75 Bold" panose="020B0804020202020204" pitchFamily="34" charset="0"/>
              </a:defRPr>
            </a:lvl4pPr>
            <a:lvl5pPr>
              <a:lnSpc>
                <a:spcPct val="90000"/>
              </a:lnSpc>
              <a:spcAft>
                <a:spcPts val="800"/>
              </a:spcAft>
              <a:defRPr>
                <a:latin typeface="Helvetica 75 Bold" panose="020B08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34452"/>
      </p:ext>
    </p:extLst>
  </p:cSld>
  <p:clrMapOvr>
    <a:masterClrMapping/>
  </p:clrMapOvr>
  <p:transition spd="med">
    <p:fade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728" y="1304926"/>
            <a:ext cx="8470899" cy="3165475"/>
          </a:xfrm>
        </p:spPr>
        <p:txBody>
          <a:bodyPr/>
          <a:lstStyle>
            <a:lvl1pPr>
              <a:lnSpc>
                <a:spcPct val="85000"/>
              </a:lnSpc>
              <a:spcAft>
                <a:spcPts val="2400"/>
              </a:spcAft>
              <a:defRPr sz="3000">
                <a:solidFill>
                  <a:schemeClr val="tx1"/>
                </a:solidFill>
                <a:latin typeface="Helvetica 75 Bold" panose="020B0804020202020204" pitchFamily="34" charset="0"/>
              </a:defRPr>
            </a:lvl1pPr>
            <a:lvl2pPr>
              <a:lnSpc>
                <a:spcPct val="90000"/>
              </a:lnSpc>
              <a:spcAft>
                <a:spcPts val="800"/>
              </a:spcAft>
              <a:defRPr sz="1400">
                <a:solidFill>
                  <a:schemeClr val="tx1"/>
                </a:solidFill>
                <a:latin typeface="Helvetica 75 Bold" panose="020B0804020202020204" pitchFamily="34" charset="0"/>
              </a:defRPr>
            </a:lvl2pPr>
            <a:lvl3pPr>
              <a:lnSpc>
                <a:spcPct val="90000"/>
              </a:lnSpc>
              <a:spcAft>
                <a:spcPts val="800"/>
              </a:spcAft>
              <a:defRPr sz="1400">
                <a:solidFill>
                  <a:schemeClr val="tx1"/>
                </a:solidFill>
                <a:latin typeface="Helvetica 75 Bold" panose="020B0804020202020204" pitchFamily="34" charset="0"/>
              </a:defRPr>
            </a:lvl3pPr>
            <a:lvl4pPr>
              <a:lnSpc>
                <a:spcPct val="90000"/>
              </a:lnSpc>
              <a:spcAft>
                <a:spcPts val="800"/>
              </a:spcAft>
              <a:defRPr sz="1400">
                <a:solidFill>
                  <a:schemeClr val="tx1"/>
                </a:solidFill>
                <a:latin typeface="Helvetica 75 Bold" panose="020B0804020202020204" pitchFamily="34" charset="0"/>
              </a:defRPr>
            </a:lvl4pPr>
            <a:lvl5pPr>
              <a:lnSpc>
                <a:spcPct val="90000"/>
              </a:lnSpc>
              <a:spcAft>
                <a:spcPts val="800"/>
              </a:spcAft>
              <a:defRPr sz="1400">
                <a:solidFill>
                  <a:schemeClr val="tx1"/>
                </a:solidFill>
                <a:latin typeface="Helvetica 75 Bold" panose="020B08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39725" y="339725"/>
            <a:ext cx="8470900" cy="623889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2000">
                <a:solidFill>
                  <a:srgbClr val="FF6600"/>
                </a:solidFill>
                <a:latin typeface="Helvetica 75 Bold" panose="020B08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53594"/>
      </p:ext>
    </p:extLst>
  </p:cSld>
  <p:clrMapOvr>
    <a:masterClrMapping/>
  </p:clrMapOvr>
  <p:transition spd="med">
    <p:fade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728" y="339726"/>
            <a:ext cx="8470899" cy="4130675"/>
          </a:xfrm>
        </p:spPr>
        <p:txBody>
          <a:bodyPr/>
          <a:lstStyle>
            <a:lvl1pPr>
              <a:lnSpc>
                <a:spcPct val="85000"/>
              </a:lnSpc>
              <a:spcAft>
                <a:spcPts val="2400"/>
              </a:spcAft>
              <a:defRPr sz="3000">
                <a:solidFill>
                  <a:schemeClr val="tx1"/>
                </a:solidFill>
                <a:latin typeface="Helvetica 75 Bold" panose="020B0804020202020204" pitchFamily="34" charset="0"/>
              </a:defRPr>
            </a:lvl1pPr>
            <a:lvl2pPr>
              <a:lnSpc>
                <a:spcPct val="90000"/>
              </a:lnSpc>
              <a:spcAft>
                <a:spcPts val="800"/>
              </a:spcAft>
              <a:defRPr sz="1400">
                <a:solidFill>
                  <a:schemeClr val="tx1"/>
                </a:solidFill>
                <a:latin typeface="Helvetica 75 Bold" panose="020B0804020202020204" pitchFamily="34" charset="0"/>
              </a:defRPr>
            </a:lvl2pPr>
            <a:lvl3pPr>
              <a:lnSpc>
                <a:spcPct val="90000"/>
              </a:lnSpc>
              <a:spcAft>
                <a:spcPts val="800"/>
              </a:spcAft>
              <a:defRPr sz="1400">
                <a:solidFill>
                  <a:schemeClr val="tx1"/>
                </a:solidFill>
                <a:latin typeface="Helvetica 75 Bold" panose="020B0804020202020204" pitchFamily="34" charset="0"/>
              </a:defRPr>
            </a:lvl3pPr>
            <a:lvl4pPr>
              <a:lnSpc>
                <a:spcPct val="90000"/>
              </a:lnSpc>
              <a:spcAft>
                <a:spcPts val="800"/>
              </a:spcAft>
              <a:defRPr sz="1400">
                <a:solidFill>
                  <a:schemeClr val="tx1"/>
                </a:solidFill>
                <a:latin typeface="Helvetica 75 Bold" panose="020B0804020202020204" pitchFamily="34" charset="0"/>
              </a:defRPr>
            </a:lvl4pPr>
            <a:lvl5pPr>
              <a:lnSpc>
                <a:spcPct val="90000"/>
              </a:lnSpc>
              <a:spcAft>
                <a:spcPts val="800"/>
              </a:spcAft>
              <a:defRPr sz="1400">
                <a:solidFill>
                  <a:schemeClr val="tx1"/>
                </a:solidFill>
                <a:latin typeface="Helvetica 75 Bold" panose="020B08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8987"/>
      </p:ext>
    </p:extLst>
  </p:cSld>
  <p:clrMapOvr>
    <a:masterClrMapping/>
  </p:clrMapOvr>
  <p:transition spd="med">
    <p:fade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spcAft>
                <a:spcPts val="0"/>
              </a:spcAft>
              <a:defRPr>
                <a:solidFill>
                  <a:srgbClr val="FF6600"/>
                </a:solidFill>
                <a:latin typeface="Helvetica 75 Bold" panose="020B08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969061"/>
      </p:ext>
    </p:extLst>
  </p:cSld>
  <p:clrMapOvr>
    <a:masterClrMapping/>
  </p:clrMapOvr>
  <p:transition spd="med"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2951127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7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5.xml"/><Relationship Id="rId9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5" Type="http://schemas.openxmlformats.org/officeDocument/2006/relationships/slideLayout" Target="../slideLayouts/slideLayout54.xml"/><Relationship Id="rId4" Type="http://schemas.openxmlformats.org/officeDocument/2006/relationships/slideLayout" Target="../slideLayouts/slideLayout53.xml"/><Relationship Id="rId9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1.xml"/><Relationship Id="rId9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3.xml"/><Relationship Id="rId3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7.xml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5" Type="http://schemas.openxmlformats.org/officeDocument/2006/relationships/slideLayout" Target="../slideLayouts/slideLayout70.xml"/><Relationship Id="rId10" Type="http://schemas.openxmlformats.org/officeDocument/2006/relationships/theme" Target="../theme/theme8.xml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339725" y="339724"/>
            <a:ext cx="8470900" cy="621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36550" y="1304385"/>
            <a:ext cx="8474075" cy="3162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 dirty="0"/>
          </a:p>
        </p:txBody>
      </p:sp>
      <p:sp>
        <p:nvSpPr>
          <p:cNvPr id="4" name="Text Placeholder 10"/>
          <p:cNvSpPr txBox="1">
            <a:spLocks/>
          </p:cNvSpPr>
          <p:nvPr/>
        </p:nvSpPr>
        <p:spPr>
          <a:xfrm>
            <a:off x="336550" y="4471988"/>
            <a:ext cx="275010" cy="334961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tx1"/>
              </a:buClr>
              <a:buSzTx/>
              <a:buFont typeface="Helvetica 75" panose="020B0804020202020204" pitchFamily="34" charset="0"/>
              <a:buNone/>
              <a:tabLst/>
              <a:defRPr lang="fr-FR" sz="1200" kern="1200" baseline="0" dirty="0" smtClean="0">
                <a:solidFill>
                  <a:schemeClr val="tx1">
                    <a:lumMod val="50000"/>
                  </a:schemeClr>
                </a:solidFill>
                <a:latin typeface="Helvetica 75" panose="020B0804020202020204" pitchFamily="34" charset="0"/>
                <a:ea typeface="+mn-ea"/>
                <a:cs typeface="+mn-cs"/>
              </a:defRPr>
            </a:lvl1pPr>
            <a:lvl2pPr marL="688975" indent="-231775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2pPr>
            <a:lvl3pPr marL="12446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3pPr>
            <a:lvl4pPr marL="16637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4pPr>
            <a:lvl5pPr marL="2251075" indent="-59690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ts val="1200"/>
              </a:spcAft>
              <a:buClr>
                <a:srgbClr val="FFFFFF"/>
              </a:buClr>
              <a:buSzTx/>
              <a:buFont typeface="Helvetica 75" panose="020B0804020202020204" pitchFamily="34" charset="0"/>
              <a:buNone/>
              <a:tabLst/>
              <a:defRPr/>
            </a:pPr>
            <a:fld id="{8702007A-2642-4DC4-A457-FD791426C840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1200"/>
                </a:spcAft>
                <a:buClr>
                  <a:srgbClr val="FFFFFF"/>
                </a:buClr>
                <a:buSzTx/>
                <a:buFont typeface="Helvetica 75" panose="020B0804020202020204" pitchFamily="34" charset="0"/>
                <a:buNone/>
                <a:tabLst/>
                <a:defRPr/>
              </a:pPr>
              <a:t>‹#›</a:t>
            </a:fld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 75 Bold" panose="020B0804020202020204" pitchFamily="34" charset="0"/>
              <a:ea typeface="+mn-ea"/>
              <a:cs typeface="+mn-cs"/>
            </a:endParaRPr>
          </a:p>
        </p:txBody>
      </p:sp>
      <p:sp>
        <p:nvSpPr>
          <p:cNvPr id="5" name="Text Placeholder 10"/>
          <p:cNvSpPr txBox="1">
            <a:spLocks/>
          </p:cNvSpPr>
          <p:nvPr/>
        </p:nvSpPr>
        <p:spPr>
          <a:xfrm>
            <a:off x="656231" y="4467225"/>
            <a:ext cx="8151220" cy="339726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tx1"/>
              </a:buClr>
              <a:buSzTx/>
              <a:buFont typeface="Helvetica 75" panose="020B0804020202020204" pitchFamily="34" charset="0"/>
              <a:buNone/>
              <a:tabLst/>
              <a:defRPr lang="fr-FR" sz="1200" kern="1200" baseline="0" dirty="0" smtClean="0">
                <a:solidFill>
                  <a:schemeClr val="tx1">
                    <a:lumMod val="50000"/>
                  </a:schemeClr>
                </a:solidFill>
                <a:latin typeface="Helvetica 75" panose="020B0804020202020204" pitchFamily="34" charset="0"/>
                <a:ea typeface="+mn-ea"/>
                <a:cs typeface="+mn-cs"/>
              </a:defRPr>
            </a:lvl1pPr>
            <a:lvl2pPr marL="688975" indent="-231775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2pPr>
            <a:lvl3pPr marL="12446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3pPr>
            <a:lvl4pPr marL="16637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4pPr>
            <a:lvl5pPr marL="2251075" indent="-59690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ts val="1200"/>
              </a:spcAft>
              <a:buClr>
                <a:srgbClr val="FFFFFF"/>
              </a:buClr>
              <a:buSzTx/>
              <a:buFont typeface="Helvetica 75" panose="020B08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33194707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</p:sldLayoutIdLst>
  <p:transition spd="med">
    <p:fade/>
  </p:transition>
  <p:hf hdr="0"/>
  <p:txStyles>
    <p:titleStyle>
      <a:lvl1pPr algn="l" defTabSz="514350" rtl="0" eaLnBrk="1" fontAlgn="base" hangingPunct="1">
        <a:lnSpc>
          <a:spcPct val="90000"/>
        </a:lnSpc>
        <a:spcBef>
          <a:spcPct val="0"/>
        </a:spcBef>
        <a:spcAft>
          <a:spcPts val="0"/>
        </a:spcAft>
        <a:defRPr sz="2000" kern="1200">
          <a:solidFill>
            <a:srgbClr val="FF6600"/>
          </a:solidFill>
          <a:latin typeface="Helvetica 75 Bold" panose="020B0804020202020204" pitchFamily="34" charset="0"/>
          <a:ea typeface="ＭＳ Ｐゴシック" pitchFamily="34" charset="-128"/>
          <a:cs typeface="+mj-cs"/>
        </a:defRPr>
      </a:lvl1pPr>
      <a:lvl2pPr algn="l" defTabSz="514350" rtl="0" eaLnBrk="1" fontAlgn="base" hangingPunct="1">
        <a:lnSpc>
          <a:spcPct val="90000"/>
        </a:lnSpc>
        <a:spcBef>
          <a:spcPct val="0"/>
        </a:spcBef>
        <a:spcAft>
          <a:spcPts val="1200"/>
        </a:spcAft>
        <a:defRPr sz="1600">
          <a:solidFill>
            <a:schemeClr val="tx2"/>
          </a:solidFill>
          <a:latin typeface="Helvetica 75" pitchFamily="34" charset="0"/>
          <a:ea typeface="ＭＳ Ｐゴシック" pitchFamily="34" charset="-128"/>
        </a:defRPr>
      </a:lvl2pPr>
      <a:lvl3pPr algn="l" defTabSz="514350" rtl="0" eaLnBrk="1" fontAlgn="base" hangingPunct="1">
        <a:lnSpc>
          <a:spcPct val="90000"/>
        </a:lnSpc>
        <a:spcBef>
          <a:spcPct val="0"/>
        </a:spcBef>
        <a:spcAft>
          <a:spcPts val="1200"/>
        </a:spcAft>
        <a:defRPr sz="1600">
          <a:solidFill>
            <a:schemeClr val="tx2"/>
          </a:solidFill>
          <a:latin typeface="Helvetica 75" pitchFamily="34" charset="0"/>
          <a:ea typeface="ＭＳ Ｐゴシック" pitchFamily="34" charset="-128"/>
        </a:defRPr>
      </a:lvl3pPr>
      <a:lvl4pPr algn="l" defTabSz="514350" rtl="0" eaLnBrk="1" fontAlgn="base" hangingPunct="1">
        <a:lnSpc>
          <a:spcPct val="90000"/>
        </a:lnSpc>
        <a:spcBef>
          <a:spcPct val="0"/>
        </a:spcBef>
        <a:spcAft>
          <a:spcPts val="1200"/>
        </a:spcAft>
        <a:defRPr sz="1600">
          <a:solidFill>
            <a:schemeClr val="tx2"/>
          </a:solidFill>
          <a:latin typeface="Helvetica 75" pitchFamily="34" charset="0"/>
          <a:ea typeface="ＭＳ Ｐゴシック" pitchFamily="34" charset="-128"/>
        </a:defRPr>
      </a:lvl4pPr>
      <a:lvl5pPr algn="l" defTabSz="514350" rtl="0" eaLnBrk="1" fontAlgn="base" hangingPunct="1">
        <a:lnSpc>
          <a:spcPct val="90000"/>
        </a:lnSpc>
        <a:spcBef>
          <a:spcPct val="0"/>
        </a:spcBef>
        <a:spcAft>
          <a:spcPts val="1200"/>
        </a:spcAft>
        <a:defRPr sz="1600">
          <a:solidFill>
            <a:schemeClr val="tx2"/>
          </a:solidFill>
          <a:latin typeface="Helvetica 75" pitchFamily="34" charset="0"/>
          <a:ea typeface="ＭＳ Ｐゴシック" pitchFamily="34" charset="-128"/>
        </a:defRPr>
      </a:lvl5pPr>
      <a:lvl6pPr marL="457200" algn="l" defTabSz="514350" rtl="0" eaLnBrk="1" fontAlgn="base" hangingPunct="1">
        <a:lnSpc>
          <a:spcPct val="90000"/>
        </a:lnSpc>
        <a:spcBef>
          <a:spcPct val="0"/>
        </a:spcBef>
        <a:spcAft>
          <a:spcPts val="1200"/>
        </a:spcAft>
        <a:defRPr sz="1600">
          <a:solidFill>
            <a:schemeClr val="tx2"/>
          </a:solidFill>
          <a:latin typeface="Helvetica 75" pitchFamily="34" charset="0"/>
          <a:ea typeface="ＭＳ Ｐゴシック" pitchFamily="34" charset="-128"/>
        </a:defRPr>
      </a:lvl6pPr>
      <a:lvl7pPr marL="914400" algn="l" defTabSz="514350" rtl="0" eaLnBrk="1" fontAlgn="base" hangingPunct="1">
        <a:lnSpc>
          <a:spcPct val="90000"/>
        </a:lnSpc>
        <a:spcBef>
          <a:spcPct val="0"/>
        </a:spcBef>
        <a:spcAft>
          <a:spcPts val="1200"/>
        </a:spcAft>
        <a:defRPr sz="1600">
          <a:solidFill>
            <a:schemeClr val="tx2"/>
          </a:solidFill>
          <a:latin typeface="Helvetica 75" pitchFamily="34" charset="0"/>
          <a:ea typeface="ＭＳ Ｐゴシック" pitchFamily="34" charset="-128"/>
        </a:defRPr>
      </a:lvl7pPr>
      <a:lvl8pPr marL="1371600" algn="l" defTabSz="514350" rtl="0" eaLnBrk="1" fontAlgn="base" hangingPunct="1">
        <a:lnSpc>
          <a:spcPct val="90000"/>
        </a:lnSpc>
        <a:spcBef>
          <a:spcPct val="0"/>
        </a:spcBef>
        <a:spcAft>
          <a:spcPts val="1200"/>
        </a:spcAft>
        <a:defRPr sz="1600">
          <a:solidFill>
            <a:schemeClr val="tx2"/>
          </a:solidFill>
          <a:latin typeface="Helvetica 75" pitchFamily="34" charset="0"/>
          <a:ea typeface="ＭＳ Ｐゴシック" pitchFamily="34" charset="-128"/>
        </a:defRPr>
      </a:lvl8pPr>
      <a:lvl9pPr marL="1828800" algn="l" defTabSz="514350" rtl="0" eaLnBrk="1" fontAlgn="base" hangingPunct="1">
        <a:lnSpc>
          <a:spcPct val="90000"/>
        </a:lnSpc>
        <a:spcBef>
          <a:spcPct val="0"/>
        </a:spcBef>
        <a:spcAft>
          <a:spcPts val="1200"/>
        </a:spcAft>
        <a:defRPr sz="1600">
          <a:solidFill>
            <a:schemeClr val="tx2"/>
          </a:solidFill>
          <a:latin typeface="Helvetica 75" pitchFamily="34" charset="0"/>
          <a:ea typeface="ＭＳ Ｐゴシック" pitchFamily="34" charset="-128"/>
        </a:defRPr>
      </a:lvl9pPr>
    </p:titleStyle>
    <p:bodyStyle>
      <a:lvl1pPr algn="l" defTabSz="514350" rtl="0" eaLnBrk="1" fontAlgn="base" hangingPunct="1">
        <a:lnSpc>
          <a:spcPct val="90000"/>
        </a:lnSpc>
        <a:spcBef>
          <a:spcPct val="0"/>
        </a:spcBef>
        <a:spcAft>
          <a:spcPts val="800"/>
        </a:spcAft>
        <a:buFont typeface="Arial" pitchFamily="34" charset="0"/>
        <a:defRPr sz="1400" kern="1200">
          <a:solidFill>
            <a:srgbClr val="FF6600"/>
          </a:solidFill>
          <a:latin typeface="Helvetica 75 Bold" panose="020B0804020202020204" pitchFamily="34" charset="0"/>
          <a:ea typeface="ＭＳ Ｐゴシック" pitchFamily="34" charset="-128"/>
          <a:cs typeface="+mn-cs"/>
        </a:defRPr>
      </a:lvl1pPr>
      <a:lvl2pPr algn="l" defTabSz="514350" rtl="0" eaLnBrk="1" fontAlgn="base" hangingPunct="1">
        <a:lnSpc>
          <a:spcPct val="90000"/>
        </a:lnSpc>
        <a:spcBef>
          <a:spcPct val="0"/>
        </a:spcBef>
        <a:spcAft>
          <a:spcPts val="800"/>
        </a:spcAft>
        <a:buFont typeface="Arial" pitchFamily="34" charset="0"/>
        <a:defRPr sz="1400" kern="1200">
          <a:solidFill>
            <a:schemeClr val="tx1"/>
          </a:solidFill>
          <a:latin typeface="Helvetica 75 Bold" panose="020B0804020202020204" pitchFamily="34" charset="0"/>
          <a:ea typeface="ＭＳ Ｐゴシック" pitchFamily="34" charset="-128"/>
          <a:cs typeface="+mn-cs"/>
        </a:defRPr>
      </a:lvl2pPr>
      <a:lvl3pPr marL="133350" indent="-133350" algn="l" defTabSz="514350" rtl="0" eaLnBrk="1" fontAlgn="base" hangingPunct="1">
        <a:lnSpc>
          <a:spcPct val="90000"/>
        </a:lnSpc>
        <a:spcBef>
          <a:spcPct val="0"/>
        </a:spcBef>
        <a:spcAft>
          <a:spcPts val="800"/>
        </a:spcAft>
        <a:buClr>
          <a:schemeClr val="tx1"/>
        </a:buClr>
        <a:buFont typeface="Helvetica 75" panose="020B0804020202020204" pitchFamily="34" charset="0"/>
        <a:buChar char="−"/>
        <a:defRPr sz="1400" kern="1200">
          <a:solidFill>
            <a:schemeClr val="tx1"/>
          </a:solidFill>
          <a:latin typeface="Helvetica 75 Bold" panose="020B0804020202020204" pitchFamily="34" charset="0"/>
          <a:ea typeface="ＭＳ Ｐゴシック" pitchFamily="34" charset="-128"/>
          <a:cs typeface="+mn-cs"/>
        </a:defRPr>
      </a:lvl3pPr>
      <a:lvl4pPr marL="271463" indent="-134938" algn="l" defTabSz="514350" rtl="0" eaLnBrk="1" fontAlgn="base" hangingPunct="1">
        <a:lnSpc>
          <a:spcPct val="90000"/>
        </a:lnSpc>
        <a:spcBef>
          <a:spcPct val="0"/>
        </a:spcBef>
        <a:spcAft>
          <a:spcPts val="800"/>
        </a:spcAft>
        <a:buClr>
          <a:schemeClr val="tx1"/>
        </a:buClr>
        <a:buFont typeface="Helvetica 75" panose="020B0804020202020204" pitchFamily="34" charset="0"/>
        <a:buChar char="−"/>
        <a:defRPr sz="1400" kern="1200">
          <a:solidFill>
            <a:schemeClr val="tx1"/>
          </a:solidFill>
          <a:latin typeface="Helvetica 75 Bold" panose="020B0804020202020204" pitchFamily="34" charset="0"/>
          <a:ea typeface="ＭＳ Ｐゴシック" pitchFamily="34" charset="-128"/>
          <a:cs typeface="+mn-cs"/>
        </a:defRPr>
      </a:lvl4pPr>
      <a:lvl5pPr marL="406400" indent="-134938" algn="l" defTabSz="514350" rtl="0" eaLnBrk="1" fontAlgn="base" hangingPunct="1">
        <a:lnSpc>
          <a:spcPct val="90000"/>
        </a:lnSpc>
        <a:spcBef>
          <a:spcPct val="0"/>
        </a:spcBef>
        <a:spcAft>
          <a:spcPts val="800"/>
        </a:spcAft>
        <a:buClr>
          <a:schemeClr val="tx1"/>
        </a:buClr>
        <a:buFont typeface="Helvetica 75" panose="020B0804020202020204" pitchFamily="34" charset="0"/>
        <a:buChar char="−"/>
        <a:defRPr sz="1400" kern="1200">
          <a:solidFill>
            <a:schemeClr val="tx1"/>
          </a:solidFill>
          <a:latin typeface="Helvetica 75 Bold" panose="020B0804020202020204" pitchFamily="34" charset="0"/>
          <a:ea typeface="ＭＳ Ｐゴシック" pitchFamily="34" charset="-128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339725" y="339724"/>
            <a:ext cx="8470900" cy="621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36550" y="1304385"/>
            <a:ext cx="8474075" cy="3162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text styles</a:t>
            </a:r>
          </a:p>
          <a:p>
            <a:pPr lvl="1"/>
            <a:r>
              <a:rPr lang="en-GB" altLang="en-US" dirty="0"/>
              <a:t>Second level</a:t>
            </a:r>
          </a:p>
          <a:p>
            <a:pPr lvl="2"/>
            <a:r>
              <a:rPr lang="en-GB" altLang="en-US" dirty="0"/>
              <a:t>Third level</a:t>
            </a:r>
          </a:p>
          <a:p>
            <a:pPr lvl="3"/>
            <a:r>
              <a:rPr lang="en-GB" altLang="en-US" dirty="0"/>
              <a:t>Fourth level</a:t>
            </a:r>
          </a:p>
          <a:p>
            <a:pPr lvl="4"/>
            <a:r>
              <a:rPr lang="en-GB" altLang="en-US" dirty="0"/>
              <a:t>Fifth level</a:t>
            </a:r>
          </a:p>
        </p:txBody>
      </p:sp>
      <p:sp>
        <p:nvSpPr>
          <p:cNvPr id="5" name="Text Placeholder 10"/>
          <p:cNvSpPr txBox="1">
            <a:spLocks/>
          </p:cNvSpPr>
          <p:nvPr/>
        </p:nvSpPr>
        <p:spPr>
          <a:xfrm>
            <a:off x="336550" y="4471988"/>
            <a:ext cx="275010" cy="334961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tx1"/>
              </a:buClr>
              <a:buSzTx/>
              <a:buFont typeface="Helvetica 75" panose="020B0804020202020204" pitchFamily="34" charset="0"/>
              <a:buNone/>
              <a:tabLst/>
              <a:defRPr lang="fr-FR" sz="1200" kern="1200" baseline="0" dirty="0" smtClean="0">
                <a:solidFill>
                  <a:schemeClr val="tx1">
                    <a:lumMod val="50000"/>
                  </a:schemeClr>
                </a:solidFill>
                <a:latin typeface="Helvetica 75" panose="020B0804020202020204" pitchFamily="34" charset="0"/>
                <a:ea typeface="+mn-ea"/>
                <a:cs typeface="+mn-cs"/>
              </a:defRPr>
            </a:lvl1pPr>
            <a:lvl2pPr marL="688975" indent="-231775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2pPr>
            <a:lvl3pPr marL="12446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3pPr>
            <a:lvl4pPr marL="16637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4pPr>
            <a:lvl5pPr marL="2251075" indent="-59690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ts val="1200"/>
              </a:spcAft>
              <a:buClr>
                <a:srgbClr val="FFFFFF"/>
              </a:buClr>
              <a:buSzTx/>
              <a:buFont typeface="Helvetica 75" panose="020B0804020202020204" pitchFamily="34" charset="0"/>
              <a:buNone/>
              <a:tabLst/>
              <a:defRPr/>
            </a:pPr>
            <a:fld id="{8702007A-2642-4DC4-A457-FD791426C840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1200"/>
                </a:spcAft>
                <a:buClr>
                  <a:srgbClr val="FFFFFF"/>
                </a:buClr>
                <a:buSzTx/>
                <a:buFont typeface="Helvetica 75" panose="020B0804020202020204" pitchFamily="34" charset="0"/>
                <a:buNone/>
                <a:tabLst/>
                <a:defRPr/>
              </a:pPr>
              <a:t>‹#›</a:t>
            </a:fld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75 Bold" panose="020B0804020202020204" pitchFamily="34" charset="0"/>
              <a:ea typeface="+mn-ea"/>
              <a:cs typeface="+mn-cs"/>
            </a:endParaRPr>
          </a:p>
        </p:txBody>
      </p:sp>
      <p:sp>
        <p:nvSpPr>
          <p:cNvPr id="6" name="Text Placeholder 10"/>
          <p:cNvSpPr txBox="1">
            <a:spLocks/>
          </p:cNvSpPr>
          <p:nvPr/>
        </p:nvSpPr>
        <p:spPr>
          <a:xfrm>
            <a:off x="656231" y="4467225"/>
            <a:ext cx="8151220" cy="339726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tx1"/>
              </a:buClr>
              <a:buSzTx/>
              <a:buFont typeface="Helvetica 75" panose="020B0804020202020204" pitchFamily="34" charset="0"/>
              <a:buNone/>
              <a:tabLst/>
              <a:defRPr lang="fr-FR" sz="1200" kern="1200" baseline="0" dirty="0" smtClean="0">
                <a:solidFill>
                  <a:schemeClr val="tx1">
                    <a:lumMod val="50000"/>
                  </a:schemeClr>
                </a:solidFill>
                <a:latin typeface="Helvetica 75" panose="020B0804020202020204" pitchFamily="34" charset="0"/>
                <a:ea typeface="+mn-ea"/>
                <a:cs typeface="+mn-cs"/>
              </a:defRPr>
            </a:lvl1pPr>
            <a:lvl2pPr marL="688975" indent="-231775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2pPr>
            <a:lvl3pPr marL="12446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3pPr>
            <a:lvl4pPr marL="16637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4pPr>
            <a:lvl5pPr marL="2251075" indent="-59690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ts val="1200"/>
              </a:spcAft>
              <a:buClr>
                <a:srgbClr val="FFFFFF"/>
              </a:buClr>
              <a:buSzTx/>
              <a:buFont typeface="Helvetica 75" panose="020B08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2347787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</p:sldLayoutIdLst>
  <p:transition spd="med">
    <p:fade/>
  </p:transition>
  <p:hf hdr="0"/>
  <p:txStyles>
    <p:titleStyle>
      <a:lvl1pPr algn="l" defTabSz="514350" rtl="0" fontAlgn="base">
        <a:lnSpc>
          <a:spcPct val="90000"/>
        </a:lnSpc>
        <a:spcBef>
          <a:spcPct val="0"/>
        </a:spcBef>
        <a:spcAft>
          <a:spcPts val="0"/>
        </a:spcAft>
        <a:defRPr sz="2000" kern="1200">
          <a:solidFill>
            <a:srgbClr val="FF6600"/>
          </a:solidFill>
          <a:latin typeface="Helvetica 75 Bold" panose="020B0804020202020204" pitchFamily="34" charset="0"/>
          <a:ea typeface="ＭＳ Ｐゴシック" pitchFamily="34" charset="-128"/>
          <a:cs typeface="+mj-cs"/>
        </a:defRPr>
      </a:lvl1pPr>
      <a:lvl2pPr algn="l" defTabSz="514350" rtl="0" fontAlgn="base">
        <a:lnSpc>
          <a:spcPct val="90000"/>
        </a:lnSpc>
        <a:spcBef>
          <a:spcPct val="0"/>
        </a:spcBef>
        <a:spcAft>
          <a:spcPts val="1200"/>
        </a:spcAft>
        <a:defRPr sz="1600">
          <a:solidFill>
            <a:schemeClr val="tx2"/>
          </a:solidFill>
          <a:latin typeface="Helvetica 75" pitchFamily="34" charset="0"/>
          <a:ea typeface="ＭＳ Ｐゴシック" pitchFamily="34" charset="-128"/>
        </a:defRPr>
      </a:lvl2pPr>
      <a:lvl3pPr algn="l" defTabSz="514350" rtl="0" fontAlgn="base">
        <a:lnSpc>
          <a:spcPct val="90000"/>
        </a:lnSpc>
        <a:spcBef>
          <a:spcPct val="0"/>
        </a:spcBef>
        <a:spcAft>
          <a:spcPts val="1200"/>
        </a:spcAft>
        <a:defRPr sz="1600">
          <a:solidFill>
            <a:schemeClr val="tx2"/>
          </a:solidFill>
          <a:latin typeface="Helvetica 75" pitchFamily="34" charset="0"/>
          <a:ea typeface="ＭＳ Ｐゴシック" pitchFamily="34" charset="-128"/>
        </a:defRPr>
      </a:lvl3pPr>
      <a:lvl4pPr algn="l" defTabSz="514350" rtl="0" fontAlgn="base">
        <a:lnSpc>
          <a:spcPct val="90000"/>
        </a:lnSpc>
        <a:spcBef>
          <a:spcPct val="0"/>
        </a:spcBef>
        <a:spcAft>
          <a:spcPts val="1200"/>
        </a:spcAft>
        <a:defRPr sz="1600">
          <a:solidFill>
            <a:schemeClr val="tx2"/>
          </a:solidFill>
          <a:latin typeface="Helvetica 75" pitchFamily="34" charset="0"/>
          <a:ea typeface="ＭＳ Ｐゴシック" pitchFamily="34" charset="-128"/>
        </a:defRPr>
      </a:lvl4pPr>
      <a:lvl5pPr algn="l" defTabSz="514350" rtl="0" fontAlgn="base">
        <a:lnSpc>
          <a:spcPct val="90000"/>
        </a:lnSpc>
        <a:spcBef>
          <a:spcPct val="0"/>
        </a:spcBef>
        <a:spcAft>
          <a:spcPts val="1200"/>
        </a:spcAft>
        <a:defRPr sz="1600">
          <a:solidFill>
            <a:schemeClr val="tx2"/>
          </a:solidFill>
          <a:latin typeface="Helvetica 75" pitchFamily="34" charset="0"/>
          <a:ea typeface="ＭＳ Ｐゴシック" pitchFamily="34" charset="-128"/>
        </a:defRPr>
      </a:lvl5pPr>
      <a:lvl6pPr marL="457200" algn="l" defTabSz="514350" rtl="0" fontAlgn="base">
        <a:lnSpc>
          <a:spcPct val="90000"/>
        </a:lnSpc>
        <a:spcBef>
          <a:spcPct val="0"/>
        </a:spcBef>
        <a:spcAft>
          <a:spcPts val="1200"/>
        </a:spcAft>
        <a:defRPr sz="1600">
          <a:solidFill>
            <a:schemeClr val="tx2"/>
          </a:solidFill>
          <a:latin typeface="Helvetica 75" pitchFamily="34" charset="0"/>
          <a:ea typeface="ＭＳ Ｐゴシック" pitchFamily="34" charset="-128"/>
        </a:defRPr>
      </a:lvl6pPr>
      <a:lvl7pPr marL="914400" algn="l" defTabSz="514350" rtl="0" fontAlgn="base">
        <a:lnSpc>
          <a:spcPct val="90000"/>
        </a:lnSpc>
        <a:spcBef>
          <a:spcPct val="0"/>
        </a:spcBef>
        <a:spcAft>
          <a:spcPts val="1200"/>
        </a:spcAft>
        <a:defRPr sz="1600">
          <a:solidFill>
            <a:schemeClr val="tx2"/>
          </a:solidFill>
          <a:latin typeface="Helvetica 75" pitchFamily="34" charset="0"/>
          <a:ea typeface="ＭＳ Ｐゴシック" pitchFamily="34" charset="-128"/>
        </a:defRPr>
      </a:lvl7pPr>
      <a:lvl8pPr marL="1371600" algn="l" defTabSz="514350" rtl="0" fontAlgn="base">
        <a:lnSpc>
          <a:spcPct val="90000"/>
        </a:lnSpc>
        <a:spcBef>
          <a:spcPct val="0"/>
        </a:spcBef>
        <a:spcAft>
          <a:spcPts val="1200"/>
        </a:spcAft>
        <a:defRPr sz="1600">
          <a:solidFill>
            <a:schemeClr val="tx2"/>
          </a:solidFill>
          <a:latin typeface="Helvetica 75" pitchFamily="34" charset="0"/>
          <a:ea typeface="ＭＳ Ｐゴシック" pitchFamily="34" charset="-128"/>
        </a:defRPr>
      </a:lvl8pPr>
      <a:lvl9pPr marL="1828800" algn="l" defTabSz="514350" rtl="0" fontAlgn="base">
        <a:lnSpc>
          <a:spcPct val="90000"/>
        </a:lnSpc>
        <a:spcBef>
          <a:spcPct val="0"/>
        </a:spcBef>
        <a:spcAft>
          <a:spcPts val="1200"/>
        </a:spcAft>
        <a:defRPr sz="1600">
          <a:solidFill>
            <a:schemeClr val="tx2"/>
          </a:solidFill>
          <a:latin typeface="Helvetica 75" pitchFamily="34" charset="0"/>
          <a:ea typeface="ＭＳ Ｐゴシック" pitchFamily="34" charset="-128"/>
        </a:defRPr>
      </a:lvl9pPr>
    </p:titleStyle>
    <p:bodyStyle>
      <a:lvl1pPr algn="l" defTabSz="514350" rtl="0" fontAlgn="base">
        <a:lnSpc>
          <a:spcPct val="90000"/>
        </a:lnSpc>
        <a:spcBef>
          <a:spcPct val="0"/>
        </a:spcBef>
        <a:spcAft>
          <a:spcPts val="800"/>
        </a:spcAft>
        <a:buFont typeface="Arial" pitchFamily="34" charset="0"/>
        <a:defRPr sz="1400" kern="1200">
          <a:solidFill>
            <a:srgbClr val="FF6600"/>
          </a:solidFill>
          <a:latin typeface="Helvetica 75 Bold" panose="020B0804020202020204" pitchFamily="34" charset="0"/>
          <a:ea typeface="ＭＳ Ｐゴシック" pitchFamily="34" charset="-128"/>
          <a:cs typeface="+mn-cs"/>
        </a:defRPr>
      </a:lvl1pPr>
      <a:lvl2pPr algn="l" defTabSz="514350" rtl="0" fontAlgn="base">
        <a:lnSpc>
          <a:spcPct val="90000"/>
        </a:lnSpc>
        <a:spcBef>
          <a:spcPct val="0"/>
        </a:spcBef>
        <a:spcAft>
          <a:spcPts val="800"/>
        </a:spcAft>
        <a:buFont typeface="Arial" pitchFamily="34" charset="0"/>
        <a:defRPr sz="1400" kern="1200">
          <a:solidFill>
            <a:schemeClr val="tx1"/>
          </a:solidFill>
          <a:latin typeface="Helvetica 75 Bold" panose="020B0804020202020204" pitchFamily="34" charset="0"/>
          <a:ea typeface="ＭＳ Ｐゴシック" pitchFamily="34" charset="-128"/>
          <a:cs typeface="+mn-cs"/>
        </a:defRPr>
      </a:lvl2pPr>
      <a:lvl3pPr marL="133350" indent="-133350" algn="l" defTabSz="514350" rtl="0" fontAlgn="base">
        <a:lnSpc>
          <a:spcPct val="90000"/>
        </a:lnSpc>
        <a:spcBef>
          <a:spcPct val="0"/>
        </a:spcBef>
        <a:spcAft>
          <a:spcPts val="800"/>
        </a:spcAft>
        <a:buClr>
          <a:schemeClr val="tx1"/>
        </a:buClr>
        <a:buFont typeface="Helvetica 75" panose="020B0804020202020204" pitchFamily="34" charset="0"/>
        <a:buChar char="−"/>
        <a:defRPr sz="1400" kern="1200">
          <a:solidFill>
            <a:schemeClr val="tx1"/>
          </a:solidFill>
          <a:latin typeface="Helvetica 75 Bold" panose="020B0804020202020204" pitchFamily="34" charset="0"/>
          <a:ea typeface="ＭＳ Ｐゴシック" pitchFamily="34" charset="-128"/>
          <a:cs typeface="+mn-cs"/>
        </a:defRPr>
      </a:lvl3pPr>
      <a:lvl4pPr marL="271463" indent="-134938" algn="l" defTabSz="514350" rtl="0" fontAlgn="base">
        <a:lnSpc>
          <a:spcPct val="90000"/>
        </a:lnSpc>
        <a:spcBef>
          <a:spcPct val="0"/>
        </a:spcBef>
        <a:spcAft>
          <a:spcPts val="800"/>
        </a:spcAft>
        <a:buClr>
          <a:schemeClr val="tx1"/>
        </a:buClr>
        <a:buFont typeface="Helvetica 75" panose="020B0804020202020204" pitchFamily="34" charset="0"/>
        <a:buChar char="−"/>
        <a:defRPr sz="1400" kern="1200">
          <a:solidFill>
            <a:schemeClr val="tx1"/>
          </a:solidFill>
          <a:latin typeface="Helvetica 75 Bold" panose="020B0804020202020204" pitchFamily="34" charset="0"/>
          <a:ea typeface="ＭＳ Ｐゴシック" pitchFamily="34" charset="-128"/>
          <a:cs typeface="+mn-cs"/>
        </a:defRPr>
      </a:lvl4pPr>
      <a:lvl5pPr marL="406400" indent="-134938" algn="l" defTabSz="514350" rtl="0" fontAlgn="base">
        <a:lnSpc>
          <a:spcPct val="90000"/>
        </a:lnSpc>
        <a:spcBef>
          <a:spcPct val="0"/>
        </a:spcBef>
        <a:spcAft>
          <a:spcPts val="800"/>
        </a:spcAft>
        <a:buClr>
          <a:schemeClr val="tx1"/>
        </a:buClr>
        <a:buFont typeface="Helvetica 75" panose="020B0804020202020204" pitchFamily="34" charset="0"/>
        <a:buChar char="−"/>
        <a:defRPr sz="1400" kern="1200">
          <a:solidFill>
            <a:schemeClr val="tx1"/>
          </a:solidFill>
          <a:latin typeface="Helvetica 75 Bold" panose="020B0804020202020204" pitchFamily="34" charset="0"/>
          <a:ea typeface="ＭＳ Ｐゴシック" pitchFamily="34" charset="-128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95263"/>
            <a:ext cx="8229600" cy="378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789385"/>
            <a:ext cx="8229600" cy="3673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64671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  <p:sldLayoutId id="2147483768" r:id="rId13"/>
    <p:sldLayoutId id="2147483769" r:id="rId14"/>
  </p:sldLayoutIdLst>
  <p:transition>
    <p:wipe dir="r"/>
  </p:transition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FF66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FF6600"/>
          </a:solidFill>
          <a:latin typeface="Calibri" pitchFamily="34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FF6600"/>
          </a:solidFill>
          <a:latin typeface="Calibri" pitchFamily="34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FF6600"/>
          </a:solidFill>
          <a:latin typeface="Calibri" pitchFamily="34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FF6600"/>
          </a:solidFill>
          <a:latin typeface="Calibri" pitchFamily="34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rgbClr val="FF6600"/>
          </a:solidFill>
          <a:latin typeface="Helvetica 45 Light" pitchFamily="34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rgbClr val="FF6600"/>
          </a:solidFill>
          <a:latin typeface="Helvetica 45 Light" pitchFamily="34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rgbClr val="FF6600"/>
          </a:solidFill>
          <a:latin typeface="Helvetica 45 Light" pitchFamily="34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rgbClr val="FF6600"/>
          </a:solidFill>
          <a:latin typeface="Helvetica 45 Light" pitchFamily="34" charset="0"/>
          <a:cs typeface="Arial" charset="0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FF6600"/>
        </a:buClr>
        <a:buSzPct val="90000"/>
        <a:buFont typeface="Wingdings" pitchFamily="2" charset="2"/>
        <a:buChar char="Ш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FF6600"/>
        </a:buClr>
        <a:buSzPct val="90000"/>
        <a:buFont typeface="Helvetica 45 Light" pitchFamily="34" charset="0"/>
        <a:buChar char="─"/>
        <a:defRPr sz="16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FF6600"/>
        </a:buClr>
        <a:buSzPct val="90000"/>
        <a:buFont typeface="Helvetica 45 Light" pitchFamily="34" charset="0"/>
        <a:buChar char="─"/>
        <a:defRPr sz="16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FF6600"/>
        </a:buClr>
        <a:buSzPct val="90000"/>
        <a:buFont typeface="Helvetica 45 Light" pitchFamily="34" charset="0"/>
        <a:buChar char="─"/>
        <a:defRPr sz="16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FF6600"/>
        </a:buClr>
        <a:buSzPct val="90000"/>
        <a:buFont typeface="Helvetica 45 Light" pitchFamily="34" charset="0"/>
        <a:buChar char="─"/>
        <a:defRPr sz="16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lnSpc>
          <a:spcPct val="110000"/>
        </a:lnSpc>
        <a:spcBef>
          <a:spcPct val="20000"/>
        </a:spcBef>
        <a:spcAft>
          <a:spcPct val="0"/>
        </a:spcAft>
        <a:buClr>
          <a:srgbClr val="FF6600"/>
        </a:buClr>
        <a:buSzPct val="90000"/>
        <a:buFont typeface="Helvetica 45 Light" pitchFamily="34" charset="0"/>
        <a:buChar char="─"/>
        <a:defRPr sz="16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lnSpc>
          <a:spcPct val="110000"/>
        </a:lnSpc>
        <a:spcBef>
          <a:spcPct val="20000"/>
        </a:spcBef>
        <a:spcAft>
          <a:spcPct val="0"/>
        </a:spcAft>
        <a:buClr>
          <a:srgbClr val="FF6600"/>
        </a:buClr>
        <a:buSzPct val="90000"/>
        <a:buFont typeface="Helvetica 45 Light" pitchFamily="34" charset="0"/>
        <a:buChar char="─"/>
        <a:defRPr sz="16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lnSpc>
          <a:spcPct val="110000"/>
        </a:lnSpc>
        <a:spcBef>
          <a:spcPct val="20000"/>
        </a:spcBef>
        <a:spcAft>
          <a:spcPct val="0"/>
        </a:spcAft>
        <a:buClr>
          <a:srgbClr val="FF6600"/>
        </a:buClr>
        <a:buSzPct val="90000"/>
        <a:buFont typeface="Helvetica 45 Light" pitchFamily="34" charset="0"/>
        <a:buChar char="─"/>
        <a:defRPr sz="16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lnSpc>
          <a:spcPct val="110000"/>
        </a:lnSpc>
        <a:spcBef>
          <a:spcPct val="20000"/>
        </a:spcBef>
        <a:spcAft>
          <a:spcPct val="0"/>
        </a:spcAft>
        <a:buClr>
          <a:srgbClr val="FF6600"/>
        </a:buClr>
        <a:buSzPct val="90000"/>
        <a:buFont typeface="Helvetica 45 Light" pitchFamily="34" charset="0"/>
        <a:buChar char="─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339725" y="339724"/>
            <a:ext cx="8470900" cy="621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36550" y="1304385"/>
            <a:ext cx="8474075" cy="3162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 dirty="0"/>
          </a:p>
        </p:txBody>
      </p:sp>
      <p:sp>
        <p:nvSpPr>
          <p:cNvPr id="4" name="Text Placeholder 10"/>
          <p:cNvSpPr txBox="1">
            <a:spLocks/>
          </p:cNvSpPr>
          <p:nvPr/>
        </p:nvSpPr>
        <p:spPr>
          <a:xfrm>
            <a:off x="336550" y="4471988"/>
            <a:ext cx="275010" cy="334961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tx1"/>
              </a:buClr>
              <a:buSzTx/>
              <a:buFont typeface="Helvetica 75" panose="020B0804020202020204" pitchFamily="34" charset="0"/>
              <a:buNone/>
              <a:tabLst/>
              <a:defRPr lang="fr-FR" sz="1200" kern="1200" baseline="0" dirty="0" smtClean="0">
                <a:solidFill>
                  <a:schemeClr val="tx1">
                    <a:lumMod val="50000"/>
                  </a:schemeClr>
                </a:solidFill>
                <a:latin typeface="Helvetica 75" panose="020B0804020202020204" pitchFamily="34" charset="0"/>
                <a:ea typeface="+mn-ea"/>
                <a:cs typeface="+mn-cs"/>
              </a:defRPr>
            </a:lvl1pPr>
            <a:lvl2pPr marL="688975" indent="-231775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2pPr>
            <a:lvl3pPr marL="12446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3pPr>
            <a:lvl4pPr marL="16637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4pPr>
            <a:lvl5pPr marL="2251075" indent="-59690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  <a:spcAft>
                <a:spcPts val="1200"/>
              </a:spcAft>
              <a:buClr>
                <a:srgbClr val="FFFFFF"/>
              </a:buClr>
              <a:defRPr/>
            </a:pPr>
            <a:fld id="{8702007A-2642-4DC4-A457-FD791426C840}" type="slidenum">
              <a:rPr lang="en-GB" sz="800">
                <a:solidFill>
                  <a:srgbClr val="000000"/>
                </a:solidFill>
                <a:latin typeface="Helvetica 75 Bold" panose="020B0804020202020204" pitchFamily="34" charset="0"/>
              </a:rPr>
              <a:pPr>
                <a:lnSpc>
                  <a:spcPct val="85000"/>
                </a:lnSpc>
                <a:spcAft>
                  <a:spcPts val="1200"/>
                </a:spcAft>
                <a:buClr>
                  <a:srgbClr val="FFFFFF"/>
                </a:buClr>
                <a:defRPr/>
              </a:pPr>
              <a:t>‹#›</a:t>
            </a:fld>
            <a:endParaRPr lang="en-GB" sz="800">
              <a:solidFill>
                <a:srgbClr val="000000"/>
              </a:solidFill>
              <a:latin typeface="Helvetica 75 Bold" panose="020B0804020202020204" pitchFamily="34" charset="0"/>
            </a:endParaRPr>
          </a:p>
        </p:txBody>
      </p:sp>
      <p:sp>
        <p:nvSpPr>
          <p:cNvPr id="5" name="Text Placeholder 10"/>
          <p:cNvSpPr txBox="1">
            <a:spLocks/>
          </p:cNvSpPr>
          <p:nvPr/>
        </p:nvSpPr>
        <p:spPr>
          <a:xfrm>
            <a:off x="656231" y="4467225"/>
            <a:ext cx="8151220" cy="339726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tx1"/>
              </a:buClr>
              <a:buSzTx/>
              <a:buFont typeface="Helvetica 75" panose="020B0804020202020204" pitchFamily="34" charset="0"/>
              <a:buNone/>
              <a:tabLst/>
              <a:defRPr lang="fr-FR" sz="1200" kern="1200" baseline="0" dirty="0" smtClean="0">
                <a:solidFill>
                  <a:schemeClr val="tx1">
                    <a:lumMod val="50000"/>
                  </a:schemeClr>
                </a:solidFill>
                <a:latin typeface="Helvetica 75" panose="020B0804020202020204" pitchFamily="34" charset="0"/>
                <a:ea typeface="+mn-ea"/>
                <a:cs typeface="+mn-cs"/>
              </a:defRPr>
            </a:lvl1pPr>
            <a:lvl2pPr marL="688975" indent="-231775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2pPr>
            <a:lvl3pPr marL="12446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3pPr>
            <a:lvl4pPr marL="16637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4pPr>
            <a:lvl5pPr marL="2251075" indent="-59690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  <a:spcAft>
                <a:spcPts val="1200"/>
              </a:spcAft>
              <a:buClr>
                <a:srgbClr val="FFFFFF"/>
              </a:buClr>
              <a:defRPr/>
            </a:pPr>
            <a:r>
              <a:rPr lang="en-GB" sz="800">
                <a:solidFill>
                  <a:srgbClr val="FF6600"/>
                </a:solidFill>
                <a:latin typeface="Helvetica 75 Bold" panose="020B0804020202020204" pitchFamily="34" charset="0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6096577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</p:sldLayoutIdLst>
  <p:transition spd="med">
    <p:fade/>
  </p:transition>
  <p:hf hdr="0"/>
  <p:txStyles>
    <p:titleStyle>
      <a:lvl1pPr algn="l" defTabSz="514350" rtl="0" eaLnBrk="1" fontAlgn="base" hangingPunct="1">
        <a:lnSpc>
          <a:spcPct val="90000"/>
        </a:lnSpc>
        <a:spcBef>
          <a:spcPct val="0"/>
        </a:spcBef>
        <a:spcAft>
          <a:spcPts val="0"/>
        </a:spcAft>
        <a:defRPr sz="2000" kern="1200">
          <a:solidFill>
            <a:srgbClr val="FF6600"/>
          </a:solidFill>
          <a:latin typeface="Helvetica 75 Bold" panose="020B0804020202020204" pitchFamily="34" charset="0"/>
          <a:ea typeface="ＭＳ Ｐゴシック" pitchFamily="34" charset="-128"/>
          <a:cs typeface="+mj-cs"/>
        </a:defRPr>
      </a:lvl1pPr>
      <a:lvl2pPr algn="l" defTabSz="514350" rtl="0" eaLnBrk="1" fontAlgn="base" hangingPunct="1">
        <a:lnSpc>
          <a:spcPct val="90000"/>
        </a:lnSpc>
        <a:spcBef>
          <a:spcPct val="0"/>
        </a:spcBef>
        <a:spcAft>
          <a:spcPts val="1200"/>
        </a:spcAft>
        <a:defRPr sz="1600">
          <a:solidFill>
            <a:schemeClr val="tx2"/>
          </a:solidFill>
          <a:latin typeface="Helvetica 75" pitchFamily="34" charset="0"/>
          <a:ea typeface="ＭＳ Ｐゴシック" pitchFamily="34" charset="-128"/>
        </a:defRPr>
      </a:lvl2pPr>
      <a:lvl3pPr algn="l" defTabSz="514350" rtl="0" eaLnBrk="1" fontAlgn="base" hangingPunct="1">
        <a:lnSpc>
          <a:spcPct val="90000"/>
        </a:lnSpc>
        <a:spcBef>
          <a:spcPct val="0"/>
        </a:spcBef>
        <a:spcAft>
          <a:spcPts val="1200"/>
        </a:spcAft>
        <a:defRPr sz="1600">
          <a:solidFill>
            <a:schemeClr val="tx2"/>
          </a:solidFill>
          <a:latin typeface="Helvetica 75" pitchFamily="34" charset="0"/>
          <a:ea typeface="ＭＳ Ｐゴシック" pitchFamily="34" charset="-128"/>
        </a:defRPr>
      </a:lvl3pPr>
      <a:lvl4pPr algn="l" defTabSz="514350" rtl="0" eaLnBrk="1" fontAlgn="base" hangingPunct="1">
        <a:lnSpc>
          <a:spcPct val="90000"/>
        </a:lnSpc>
        <a:spcBef>
          <a:spcPct val="0"/>
        </a:spcBef>
        <a:spcAft>
          <a:spcPts val="1200"/>
        </a:spcAft>
        <a:defRPr sz="1600">
          <a:solidFill>
            <a:schemeClr val="tx2"/>
          </a:solidFill>
          <a:latin typeface="Helvetica 75" pitchFamily="34" charset="0"/>
          <a:ea typeface="ＭＳ Ｐゴシック" pitchFamily="34" charset="-128"/>
        </a:defRPr>
      </a:lvl4pPr>
      <a:lvl5pPr algn="l" defTabSz="514350" rtl="0" eaLnBrk="1" fontAlgn="base" hangingPunct="1">
        <a:lnSpc>
          <a:spcPct val="90000"/>
        </a:lnSpc>
        <a:spcBef>
          <a:spcPct val="0"/>
        </a:spcBef>
        <a:spcAft>
          <a:spcPts val="1200"/>
        </a:spcAft>
        <a:defRPr sz="1600">
          <a:solidFill>
            <a:schemeClr val="tx2"/>
          </a:solidFill>
          <a:latin typeface="Helvetica 75" pitchFamily="34" charset="0"/>
          <a:ea typeface="ＭＳ Ｐゴシック" pitchFamily="34" charset="-128"/>
        </a:defRPr>
      </a:lvl5pPr>
      <a:lvl6pPr marL="457200" algn="l" defTabSz="514350" rtl="0" eaLnBrk="1" fontAlgn="base" hangingPunct="1">
        <a:lnSpc>
          <a:spcPct val="90000"/>
        </a:lnSpc>
        <a:spcBef>
          <a:spcPct val="0"/>
        </a:spcBef>
        <a:spcAft>
          <a:spcPts val="1200"/>
        </a:spcAft>
        <a:defRPr sz="1600">
          <a:solidFill>
            <a:schemeClr val="tx2"/>
          </a:solidFill>
          <a:latin typeface="Helvetica 75" pitchFamily="34" charset="0"/>
          <a:ea typeface="ＭＳ Ｐゴシック" pitchFamily="34" charset="-128"/>
        </a:defRPr>
      </a:lvl6pPr>
      <a:lvl7pPr marL="914400" algn="l" defTabSz="514350" rtl="0" eaLnBrk="1" fontAlgn="base" hangingPunct="1">
        <a:lnSpc>
          <a:spcPct val="90000"/>
        </a:lnSpc>
        <a:spcBef>
          <a:spcPct val="0"/>
        </a:spcBef>
        <a:spcAft>
          <a:spcPts val="1200"/>
        </a:spcAft>
        <a:defRPr sz="1600">
          <a:solidFill>
            <a:schemeClr val="tx2"/>
          </a:solidFill>
          <a:latin typeface="Helvetica 75" pitchFamily="34" charset="0"/>
          <a:ea typeface="ＭＳ Ｐゴシック" pitchFamily="34" charset="-128"/>
        </a:defRPr>
      </a:lvl7pPr>
      <a:lvl8pPr marL="1371600" algn="l" defTabSz="514350" rtl="0" eaLnBrk="1" fontAlgn="base" hangingPunct="1">
        <a:lnSpc>
          <a:spcPct val="90000"/>
        </a:lnSpc>
        <a:spcBef>
          <a:spcPct val="0"/>
        </a:spcBef>
        <a:spcAft>
          <a:spcPts val="1200"/>
        </a:spcAft>
        <a:defRPr sz="1600">
          <a:solidFill>
            <a:schemeClr val="tx2"/>
          </a:solidFill>
          <a:latin typeface="Helvetica 75" pitchFamily="34" charset="0"/>
          <a:ea typeface="ＭＳ Ｐゴシック" pitchFamily="34" charset="-128"/>
        </a:defRPr>
      </a:lvl8pPr>
      <a:lvl9pPr marL="1828800" algn="l" defTabSz="514350" rtl="0" eaLnBrk="1" fontAlgn="base" hangingPunct="1">
        <a:lnSpc>
          <a:spcPct val="90000"/>
        </a:lnSpc>
        <a:spcBef>
          <a:spcPct val="0"/>
        </a:spcBef>
        <a:spcAft>
          <a:spcPts val="1200"/>
        </a:spcAft>
        <a:defRPr sz="1600">
          <a:solidFill>
            <a:schemeClr val="tx2"/>
          </a:solidFill>
          <a:latin typeface="Helvetica 75" pitchFamily="34" charset="0"/>
          <a:ea typeface="ＭＳ Ｐゴシック" pitchFamily="34" charset="-128"/>
        </a:defRPr>
      </a:lvl9pPr>
    </p:titleStyle>
    <p:bodyStyle>
      <a:lvl1pPr algn="l" defTabSz="514350" rtl="0" eaLnBrk="1" fontAlgn="base" hangingPunct="1">
        <a:lnSpc>
          <a:spcPct val="90000"/>
        </a:lnSpc>
        <a:spcBef>
          <a:spcPct val="0"/>
        </a:spcBef>
        <a:spcAft>
          <a:spcPts val="800"/>
        </a:spcAft>
        <a:buFont typeface="Arial" pitchFamily="34" charset="0"/>
        <a:defRPr sz="1400" kern="1200">
          <a:solidFill>
            <a:srgbClr val="FF6600"/>
          </a:solidFill>
          <a:latin typeface="Helvetica 75 Bold" panose="020B0804020202020204" pitchFamily="34" charset="0"/>
          <a:ea typeface="ＭＳ Ｐゴシック" pitchFamily="34" charset="-128"/>
          <a:cs typeface="+mn-cs"/>
        </a:defRPr>
      </a:lvl1pPr>
      <a:lvl2pPr algn="l" defTabSz="514350" rtl="0" eaLnBrk="1" fontAlgn="base" hangingPunct="1">
        <a:lnSpc>
          <a:spcPct val="90000"/>
        </a:lnSpc>
        <a:spcBef>
          <a:spcPct val="0"/>
        </a:spcBef>
        <a:spcAft>
          <a:spcPts val="800"/>
        </a:spcAft>
        <a:buFont typeface="Arial" pitchFamily="34" charset="0"/>
        <a:defRPr sz="1400" kern="1200">
          <a:solidFill>
            <a:schemeClr val="tx1"/>
          </a:solidFill>
          <a:latin typeface="Helvetica 75 Bold" panose="020B0804020202020204" pitchFamily="34" charset="0"/>
          <a:ea typeface="ＭＳ Ｐゴシック" pitchFamily="34" charset="-128"/>
          <a:cs typeface="+mn-cs"/>
        </a:defRPr>
      </a:lvl2pPr>
      <a:lvl3pPr marL="133350" indent="-133350" algn="l" defTabSz="514350" rtl="0" eaLnBrk="1" fontAlgn="base" hangingPunct="1">
        <a:lnSpc>
          <a:spcPct val="90000"/>
        </a:lnSpc>
        <a:spcBef>
          <a:spcPct val="0"/>
        </a:spcBef>
        <a:spcAft>
          <a:spcPts val="800"/>
        </a:spcAft>
        <a:buClr>
          <a:schemeClr val="tx1"/>
        </a:buClr>
        <a:buFont typeface="Helvetica 75" panose="020B0804020202020204" pitchFamily="34" charset="0"/>
        <a:buChar char="−"/>
        <a:defRPr sz="1400" kern="1200">
          <a:solidFill>
            <a:schemeClr val="tx1"/>
          </a:solidFill>
          <a:latin typeface="Helvetica 75 Bold" panose="020B0804020202020204" pitchFamily="34" charset="0"/>
          <a:ea typeface="ＭＳ Ｐゴシック" pitchFamily="34" charset="-128"/>
          <a:cs typeface="+mn-cs"/>
        </a:defRPr>
      </a:lvl3pPr>
      <a:lvl4pPr marL="271463" indent="-134938" algn="l" defTabSz="514350" rtl="0" eaLnBrk="1" fontAlgn="base" hangingPunct="1">
        <a:lnSpc>
          <a:spcPct val="90000"/>
        </a:lnSpc>
        <a:spcBef>
          <a:spcPct val="0"/>
        </a:spcBef>
        <a:spcAft>
          <a:spcPts val="800"/>
        </a:spcAft>
        <a:buClr>
          <a:schemeClr val="tx1"/>
        </a:buClr>
        <a:buFont typeface="Helvetica 75" panose="020B0804020202020204" pitchFamily="34" charset="0"/>
        <a:buChar char="−"/>
        <a:defRPr sz="1400" kern="1200">
          <a:solidFill>
            <a:schemeClr val="tx1"/>
          </a:solidFill>
          <a:latin typeface="Helvetica 75 Bold" panose="020B0804020202020204" pitchFamily="34" charset="0"/>
          <a:ea typeface="ＭＳ Ｐゴシック" pitchFamily="34" charset="-128"/>
          <a:cs typeface="+mn-cs"/>
        </a:defRPr>
      </a:lvl4pPr>
      <a:lvl5pPr marL="406400" indent="-134938" algn="l" defTabSz="514350" rtl="0" eaLnBrk="1" fontAlgn="base" hangingPunct="1">
        <a:lnSpc>
          <a:spcPct val="90000"/>
        </a:lnSpc>
        <a:spcBef>
          <a:spcPct val="0"/>
        </a:spcBef>
        <a:spcAft>
          <a:spcPts val="800"/>
        </a:spcAft>
        <a:buClr>
          <a:schemeClr val="tx1"/>
        </a:buClr>
        <a:buFont typeface="Helvetica 75" panose="020B0804020202020204" pitchFamily="34" charset="0"/>
        <a:buChar char="−"/>
        <a:defRPr sz="1400" kern="1200">
          <a:solidFill>
            <a:schemeClr val="tx1"/>
          </a:solidFill>
          <a:latin typeface="Helvetica 75 Bold" panose="020B0804020202020204" pitchFamily="34" charset="0"/>
          <a:ea typeface="ＭＳ Ｐゴシック" pitchFamily="34" charset="-128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3200" y="268288"/>
            <a:ext cx="8516475" cy="74136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3200" y="1181100"/>
            <a:ext cx="8516475" cy="33702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GB" dirty="0"/>
              <a:t>Sixth level</a:t>
            </a:r>
          </a:p>
        </p:txBody>
      </p:sp>
      <p:sp>
        <p:nvSpPr>
          <p:cNvPr id="9" name="Text Placeholder 10"/>
          <p:cNvSpPr txBox="1">
            <a:spLocks/>
          </p:cNvSpPr>
          <p:nvPr/>
        </p:nvSpPr>
        <p:spPr>
          <a:xfrm>
            <a:off x="314325" y="4535485"/>
            <a:ext cx="275010" cy="334961"/>
          </a:xfrm>
          <a:prstGeom prst="rect">
            <a:avLst/>
          </a:prstGeom>
        </p:spPr>
        <p:txBody>
          <a:bodyPr wrap="square" lIns="7200" tIns="0" rIns="0" bIns="0" anchor="b"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tx1"/>
              </a:buClr>
              <a:buSzTx/>
              <a:buFont typeface="Helvetica 75" panose="020B0804020202020204" pitchFamily="34" charset="0"/>
              <a:buNone/>
              <a:tabLst/>
              <a:defRPr lang="fr-FR" sz="1200" kern="1200" baseline="0" dirty="0" smtClean="0">
                <a:solidFill>
                  <a:schemeClr val="tx1">
                    <a:lumMod val="50000"/>
                  </a:schemeClr>
                </a:solidFill>
                <a:latin typeface="Helvetica 75" panose="020B0804020202020204" pitchFamily="34" charset="0"/>
                <a:ea typeface="+mn-ea"/>
                <a:cs typeface="+mn-cs"/>
              </a:defRPr>
            </a:lvl1pPr>
            <a:lvl2pPr marL="688975" indent="-231775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2pPr>
            <a:lvl3pPr marL="12446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3pPr>
            <a:lvl4pPr marL="16637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4pPr>
            <a:lvl5pPr marL="2251075" indent="-59690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  <a:spcAft>
                <a:spcPts val="1200"/>
              </a:spcAft>
              <a:buClr>
                <a:srgbClr val="FFFFFF"/>
              </a:buClr>
              <a:defRPr/>
            </a:pPr>
            <a:fld id="{8702007A-2642-4DC4-A457-FD791426C840}" type="slidenum">
              <a:rPr lang="en-GB" sz="800">
                <a:solidFill>
                  <a:srgbClr val="000000"/>
                </a:solidFill>
                <a:latin typeface="Helvetica 75 Bold" panose="020B0804020202020204" pitchFamily="34" charset="0"/>
              </a:rPr>
              <a:pPr>
                <a:lnSpc>
                  <a:spcPct val="85000"/>
                </a:lnSpc>
                <a:spcAft>
                  <a:spcPts val="1200"/>
                </a:spcAft>
                <a:buClr>
                  <a:srgbClr val="FFFFFF"/>
                </a:buClr>
                <a:defRPr/>
              </a:pPr>
              <a:t>‹#›</a:t>
            </a:fld>
            <a:endParaRPr lang="en-GB" sz="800">
              <a:solidFill>
                <a:srgbClr val="000000"/>
              </a:solidFill>
              <a:latin typeface="Helvetica 75 Bold" panose="020B08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2746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  <p:sldLayoutId id="2147483797" r:id="rId3"/>
    <p:sldLayoutId id="2147483798" r:id="rId4"/>
    <p:sldLayoutId id="2147483799" r:id="rId5"/>
    <p:sldLayoutId id="2147483800" r:id="rId6"/>
    <p:sldLayoutId id="2147483801" r:id="rId7"/>
    <p:sldLayoutId id="2147483802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None/>
        <a:defRPr sz="2000" kern="1200" spc="-20" baseline="0">
          <a:solidFill>
            <a:schemeClr val="bg2"/>
          </a:solidFill>
          <a:latin typeface="Helvetica 75 Bold" panose="020B08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bg1"/>
        </a:buClr>
        <a:buSzPct val="25000"/>
        <a:buFont typeface="Calibri" panose="020F0502020204030204" pitchFamily="34" charset="0"/>
        <a:buNone/>
        <a:tabLst/>
        <a:defRPr sz="1400" kern="1200" spc="-20" baseline="0">
          <a:solidFill>
            <a:schemeClr val="bg2"/>
          </a:solidFill>
          <a:latin typeface="Helvetica 75 Bold" panose="020B0804020202020204" pitchFamily="34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bg1"/>
        </a:buClr>
        <a:buSzPct val="25000"/>
        <a:buFont typeface="Calibri" panose="020F0502020204030204" pitchFamily="34" charset="0"/>
        <a:buNone/>
        <a:defRPr sz="1400" kern="1200" spc="-20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2pPr>
      <a:lvl3pPr marL="180975" indent="-180975" algn="l" defTabSz="914400" rtl="0" eaLnBrk="1" latinLnBrk="0" hangingPunct="1">
        <a:lnSpc>
          <a:spcPct val="90000"/>
        </a:lnSpc>
        <a:spcBef>
          <a:spcPts val="600"/>
        </a:spcBef>
        <a:buClr>
          <a:schemeClr val="bg2"/>
        </a:buClr>
        <a:buFont typeface="Wingdings" panose="05000000000000000000" pitchFamily="2" charset="2"/>
        <a:buChar char="§"/>
        <a:defRPr sz="1400" kern="1200" spc="-20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3pPr>
      <a:lvl4pPr marL="407988" indent="-190500" algn="l" defTabSz="914400" rtl="0" eaLnBrk="1" latinLnBrk="0" hangingPunct="1">
        <a:lnSpc>
          <a:spcPct val="90000"/>
        </a:lnSpc>
        <a:spcBef>
          <a:spcPct val="20000"/>
        </a:spcBef>
        <a:buFont typeface="Arial" panose="020B0604020202020204" pitchFamily="34" charset="0"/>
        <a:buChar char="–"/>
        <a:defRPr sz="1400" kern="1200" spc="-20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4pPr>
      <a:lvl5pPr marL="595313" indent="-173038" algn="l" defTabSz="914400" rtl="0" eaLnBrk="1" latinLnBrk="0" hangingPunct="1">
        <a:lnSpc>
          <a:spcPct val="90000"/>
        </a:lnSpc>
        <a:spcBef>
          <a:spcPct val="20000"/>
        </a:spcBef>
        <a:buClr>
          <a:schemeClr val="tx1"/>
        </a:buClr>
        <a:buFont typeface="Arial" panose="020B0604020202020204" pitchFamily="34" charset="0"/>
        <a:buChar char="–"/>
        <a:defRPr sz="1400" kern="1200" spc="-20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5pPr>
      <a:lvl6pPr marL="800100" indent="-1905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Helvetica 55 Roman" panose="020B0604020202020204" pitchFamily="34" charset="0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3200" y="268288"/>
            <a:ext cx="8516475" cy="74136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3200" y="1181100"/>
            <a:ext cx="8516475" cy="33702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GB" dirty="0"/>
              <a:t>Sixth level</a:t>
            </a:r>
          </a:p>
        </p:txBody>
      </p:sp>
      <p:sp>
        <p:nvSpPr>
          <p:cNvPr id="9" name="Text Placeholder 10"/>
          <p:cNvSpPr txBox="1">
            <a:spLocks/>
          </p:cNvSpPr>
          <p:nvPr/>
        </p:nvSpPr>
        <p:spPr>
          <a:xfrm>
            <a:off x="314325" y="4535485"/>
            <a:ext cx="275010" cy="334961"/>
          </a:xfrm>
          <a:prstGeom prst="rect">
            <a:avLst/>
          </a:prstGeom>
        </p:spPr>
        <p:txBody>
          <a:bodyPr wrap="square" lIns="7200" tIns="0" rIns="0" bIns="0" anchor="b"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tx1"/>
              </a:buClr>
              <a:buSzTx/>
              <a:buFont typeface="Helvetica 75" panose="020B0804020202020204" pitchFamily="34" charset="0"/>
              <a:buNone/>
              <a:tabLst/>
              <a:defRPr lang="fr-FR" sz="1200" kern="1200" baseline="0" dirty="0" smtClean="0">
                <a:solidFill>
                  <a:schemeClr val="tx1">
                    <a:lumMod val="50000"/>
                  </a:schemeClr>
                </a:solidFill>
                <a:latin typeface="Helvetica 75" panose="020B0804020202020204" pitchFamily="34" charset="0"/>
                <a:ea typeface="+mn-ea"/>
                <a:cs typeface="+mn-cs"/>
              </a:defRPr>
            </a:lvl1pPr>
            <a:lvl2pPr marL="688975" indent="-231775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2pPr>
            <a:lvl3pPr marL="12446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3pPr>
            <a:lvl4pPr marL="16637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4pPr>
            <a:lvl5pPr marL="2251075" indent="-59690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  <a:spcAft>
                <a:spcPts val="1200"/>
              </a:spcAft>
              <a:buClr>
                <a:srgbClr val="FFFFFF"/>
              </a:buClr>
              <a:defRPr/>
            </a:pPr>
            <a:fld id="{8702007A-2642-4DC4-A457-FD791426C840}" type="slidenum">
              <a:rPr lang="en-GB" sz="800">
                <a:solidFill>
                  <a:srgbClr val="000000"/>
                </a:solidFill>
                <a:latin typeface="Helvetica 75 Bold" panose="020B0804020202020204" pitchFamily="34" charset="0"/>
              </a:rPr>
              <a:pPr>
                <a:lnSpc>
                  <a:spcPct val="85000"/>
                </a:lnSpc>
                <a:spcAft>
                  <a:spcPts val="1200"/>
                </a:spcAft>
                <a:buClr>
                  <a:srgbClr val="FFFFFF"/>
                </a:buClr>
                <a:defRPr/>
              </a:pPr>
              <a:t>‹#›</a:t>
            </a:fld>
            <a:endParaRPr lang="en-GB" sz="800">
              <a:solidFill>
                <a:srgbClr val="000000"/>
              </a:solidFill>
              <a:latin typeface="Helvetica 75 Bold" panose="020B08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841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None/>
        <a:defRPr sz="2000" kern="1200" spc="-20" baseline="0">
          <a:solidFill>
            <a:schemeClr val="bg2"/>
          </a:solidFill>
          <a:latin typeface="Helvetica 75 Bold" panose="020B08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bg1"/>
        </a:buClr>
        <a:buSzPct val="25000"/>
        <a:buFont typeface="Calibri" panose="020F0502020204030204" pitchFamily="34" charset="0"/>
        <a:buNone/>
        <a:tabLst/>
        <a:defRPr sz="1400" kern="1200" spc="-20" baseline="0">
          <a:solidFill>
            <a:schemeClr val="bg2"/>
          </a:solidFill>
          <a:latin typeface="Helvetica 75 Bold" panose="020B0804020202020204" pitchFamily="34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bg1"/>
        </a:buClr>
        <a:buSzPct val="25000"/>
        <a:buFont typeface="Calibri" panose="020F0502020204030204" pitchFamily="34" charset="0"/>
        <a:buNone/>
        <a:defRPr sz="1400" kern="1200" spc="-20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2pPr>
      <a:lvl3pPr marL="180975" indent="-180975" algn="l" defTabSz="914400" rtl="0" eaLnBrk="1" latinLnBrk="0" hangingPunct="1">
        <a:lnSpc>
          <a:spcPct val="90000"/>
        </a:lnSpc>
        <a:spcBef>
          <a:spcPts val="600"/>
        </a:spcBef>
        <a:buClr>
          <a:schemeClr val="bg2"/>
        </a:buClr>
        <a:buFont typeface="Wingdings" panose="05000000000000000000" pitchFamily="2" charset="2"/>
        <a:buChar char="§"/>
        <a:defRPr sz="1400" kern="1200" spc="-20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3pPr>
      <a:lvl4pPr marL="407988" indent="-190500" algn="l" defTabSz="914400" rtl="0" eaLnBrk="1" latinLnBrk="0" hangingPunct="1">
        <a:lnSpc>
          <a:spcPct val="90000"/>
        </a:lnSpc>
        <a:spcBef>
          <a:spcPct val="20000"/>
        </a:spcBef>
        <a:buFont typeface="Arial" panose="020B0604020202020204" pitchFamily="34" charset="0"/>
        <a:buChar char="–"/>
        <a:defRPr sz="1400" kern="1200" spc="-20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4pPr>
      <a:lvl5pPr marL="595313" indent="-173038" algn="l" defTabSz="914400" rtl="0" eaLnBrk="1" latinLnBrk="0" hangingPunct="1">
        <a:lnSpc>
          <a:spcPct val="90000"/>
        </a:lnSpc>
        <a:spcBef>
          <a:spcPct val="20000"/>
        </a:spcBef>
        <a:buClr>
          <a:schemeClr val="tx1"/>
        </a:buClr>
        <a:buFont typeface="Arial" panose="020B0604020202020204" pitchFamily="34" charset="0"/>
        <a:buChar char="–"/>
        <a:defRPr sz="1400" kern="1200" spc="-20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5pPr>
      <a:lvl6pPr marL="800100" indent="-1905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Helvetica 55 Roman" panose="020B0604020202020204" pitchFamily="34" charset="0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3200" y="268288"/>
            <a:ext cx="8516475" cy="74136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3200" y="1181100"/>
            <a:ext cx="8516475" cy="33702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GB" dirty="0"/>
              <a:t>Sixth level</a:t>
            </a:r>
          </a:p>
        </p:txBody>
      </p:sp>
      <p:sp>
        <p:nvSpPr>
          <p:cNvPr id="9" name="Text Placeholder 10"/>
          <p:cNvSpPr txBox="1">
            <a:spLocks/>
          </p:cNvSpPr>
          <p:nvPr/>
        </p:nvSpPr>
        <p:spPr>
          <a:xfrm>
            <a:off x="314325" y="4535485"/>
            <a:ext cx="275010" cy="334961"/>
          </a:xfrm>
          <a:prstGeom prst="rect">
            <a:avLst/>
          </a:prstGeom>
        </p:spPr>
        <p:txBody>
          <a:bodyPr wrap="square" lIns="7200" tIns="0" rIns="0" bIns="0" anchor="b"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tx1"/>
              </a:buClr>
              <a:buSzTx/>
              <a:buFont typeface="Helvetica 75" panose="020B0804020202020204" pitchFamily="34" charset="0"/>
              <a:buNone/>
              <a:tabLst/>
              <a:defRPr lang="fr-FR" sz="1200" kern="1200" baseline="0" dirty="0" smtClean="0">
                <a:solidFill>
                  <a:schemeClr val="tx1">
                    <a:lumMod val="50000"/>
                  </a:schemeClr>
                </a:solidFill>
                <a:latin typeface="Helvetica 75" panose="020B0804020202020204" pitchFamily="34" charset="0"/>
                <a:ea typeface="+mn-ea"/>
                <a:cs typeface="+mn-cs"/>
              </a:defRPr>
            </a:lvl1pPr>
            <a:lvl2pPr marL="688975" indent="-231775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2pPr>
            <a:lvl3pPr marL="12446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3pPr>
            <a:lvl4pPr marL="16637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4pPr>
            <a:lvl5pPr marL="2251075" indent="-59690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  <a:spcAft>
                <a:spcPts val="1200"/>
              </a:spcAft>
              <a:buClr>
                <a:srgbClr val="FFFFFF"/>
              </a:buClr>
              <a:defRPr/>
            </a:pPr>
            <a:fld id="{8702007A-2642-4DC4-A457-FD791426C840}" type="slidenum">
              <a:rPr lang="en-GB" sz="800">
                <a:solidFill>
                  <a:srgbClr val="000000"/>
                </a:solidFill>
                <a:latin typeface="Helvetica 75 Bold" panose="020B0804020202020204" pitchFamily="34" charset="0"/>
              </a:rPr>
              <a:pPr>
                <a:lnSpc>
                  <a:spcPct val="85000"/>
                </a:lnSpc>
                <a:spcAft>
                  <a:spcPts val="1200"/>
                </a:spcAft>
                <a:buClr>
                  <a:srgbClr val="FFFFFF"/>
                </a:buClr>
                <a:defRPr/>
              </a:pPr>
              <a:t>‹#›</a:t>
            </a:fld>
            <a:endParaRPr lang="en-GB" sz="800">
              <a:solidFill>
                <a:srgbClr val="000000"/>
              </a:solidFill>
              <a:latin typeface="Helvetica 75 Bold" panose="020B08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999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None/>
        <a:defRPr sz="2000" kern="1200" spc="-20" baseline="0">
          <a:solidFill>
            <a:schemeClr val="bg2"/>
          </a:solidFill>
          <a:latin typeface="Helvetica 75 Bold" panose="020B08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bg1"/>
        </a:buClr>
        <a:buSzPct val="25000"/>
        <a:buFont typeface="Calibri" panose="020F0502020204030204" pitchFamily="34" charset="0"/>
        <a:buNone/>
        <a:tabLst/>
        <a:defRPr sz="1400" kern="1200" spc="-20" baseline="0">
          <a:solidFill>
            <a:schemeClr val="bg2"/>
          </a:solidFill>
          <a:latin typeface="Helvetica 75 Bold" panose="020B0804020202020204" pitchFamily="34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bg1"/>
        </a:buClr>
        <a:buSzPct val="25000"/>
        <a:buFont typeface="Calibri" panose="020F0502020204030204" pitchFamily="34" charset="0"/>
        <a:buNone/>
        <a:defRPr sz="1400" kern="1200" spc="-20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2pPr>
      <a:lvl3pPr marL="180975" indent="-180975" algn="l" defTabSz="914400" rtl="0" eaLnBrk="1" latinLnBrk="0" hangingPunct="1">
        <a:lnSpc>
          <a:spcPct val="90000"/>
        </a:lnSpc>
        <a:spcBef>
          <a:spcPts val="600"/>
        </a:spcBef>
        <a:buClr>
          <a:schemeClr val="bg2"/>
        </a:buClr>
        <a:buFont typeface="Wingdings" panose="05000000000000000000" pitchFamily="2" charset="2"/>
        <a:buChar char="§"/>
        <a:defRPr sz="1400" kern="1200" spc="-20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3pPr>
      <a:lvl4pPr marL="407988" indent="-190500" algn="l" defTabSz="914400" rtl="0" eaLnBrk="1" latinLnBrk="0" hangingPunct="1">
        <a:lnSpc>
          <a:spcPct val="90000"/>
        </a:lnSpc>
        <a:spcBef>
          <a:spcPct val="20000"/>
        </a:spcBef>
        <a:buFont typeface="Arial" panose="020B0604020202020204" pitchFamily="34" charset="0"/>
        <a:buChar char="–"/>
        <a:defRPr sz="1400" kern="1200" spc="-20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4pPr>
      <a:lvl5pPr marL="595313" indent="-173038" algn="l" defTabSz="914400" rtl="0" eaLnBrk="1" latinLnBrk="0" hangingPunct="1">
        <a:lnSpc>
          <a:spcPct val="90000"/>
        </a:lnSpc>
        <a:spcBef>
          <a:spcPct val="20000"/>
        </a:spcBef>
        <a:buClr>
          <a:schemeClr val="tx1"/>
        </a:buClr>
        <a:buFont typeface="Arial" panose="020B0604020202020204" pitchFamily="34" charset="0"/>
        <a:buChar char="–"/>
        <a:defRPr sz="1400" kern="1200" spc="-20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5pPr>
      <a:lvl6pPr marL="800100" indent="-1905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Helvetica 55 Roman" panose="020B0604020202020204" pitchFamily="34" charset="0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339725" y="339725"/>
            <a:ext cx="8470900" cy="621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36552" y="1304385"/>
            <a:ext cx="8474075" cy="3162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 dirty="0"/>
          </a:p>
        </p:txBody>
      </p:sp>
      <p:sp>
        <p:nvSpPr>
          <p:cNvPr id="4" name="Text Placeholder 10"/>
          <p:cNvSpPr txBox="1">
            <a:spLocks/>
          </p:cNvSpPr>
          <p:nvPr/>
        </p:nvSpPr>
        <p:spPr>
          <a:xfrm>
            <a:off x="336550" y="4471989"/>
            <a:ext cx="275010" cy="334961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tx1"/>
              </a:buClr>
              <a:buSzTx/>
              <a:buFont typeface="Helvetica 75" panose="020B0804020202020204" pitchFamily="34" charset="0"/>
              <a:buNone/>
              <a:tabLst/>
              <a:defRPr lang="fr-FR" sz="1200" kern="1200" baseline="0" dirty="0" smtClean="0">
                <a:solidFill>
                  <a:schemeClr val="tx1">
                    <a:lumMod val="50000"/>
                  </a:schemeClr>
                </a:solidFill>
                <a:latin typeface="Helvetica 75" panose="020B0804020202020204" pitchFamily="34" charset="0"/>
                <a:ea typeface="+mn-ea"/>
                <a:cs typeface="+mn-cs"/>
              </a:defRPr>
            </a:lvl1pPr>
            <a:lvl2pPr marL="688975" indent="-231775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2pPr>
            <a:lvl3pPr marL="12446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3pPr>
            <a:lvl4pPr marL="16637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4pPr>
            <a:lvl5pPr marL="2251075" indent="-59690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  <a:spcAft>
                <a:spcPts val="1200"/>
              </a:spcAft>
              <a:buClr>
                <a:srgbClr val="FFFFFF"/>
              </a:buClr>
              <a:defRPr/>
            </a:pPr>
            <a:fld id="{8702007A-2642-4DC4-A457-FD791426C840}" type="slidenum">
              <a:rPr lang="en-GB" sz="800">
                <a:solidFill>
                  <a:srgbClr val="000000"/>
                </a:solidFill>
                <a:latin typeface="Helvetica 75 Bold" panose="020B0804020202020204" pitchFamily="34" charset="0"/>
              </a:rPr>
              <a:pPr>
                <a:lnSpc>
                  <a:spcPct val="85000"/>
                </a:lnSpc>
                <a:spcAft>
                  <a:spcPts val="1200"/>
                </a:spcAft>
                <a:buClr>
                  <a:srgbClr val="FFFFFF"/>
                </a:buClr>
                <a:defRPr/>
              </a:pPr>
              <a:t>‹#›</a:t>
            </a:fld>
            <a:endParaRPr lang="en-GB" sz="800">
              <a:solidFill>
                <a:srgbClr val="000000"/>
              </a:solidFill>
              <a:latin typeface="Helvetica 75 Bold" panose="020B0804020202020204" pitchFamily="34" charset="0"/>
            </a:endParaRPr>
          </a:p>
        </p:txBody>
      </p:sp>
      <p:sp>
        <p:nvSpPr>
          <p:cNvPr id="5" name="Text Placeholder 10"/>
          <p:cNvSpPr txBox="1">
            <a:spLocks/>
          </p:cNvSpPr>
          <p:nvPr/>
        </p:nvSpPr>
        <p:spPr>
          <a:xfrm>
            <a:off x="656231" y="4467225"/>
            <a:ext cx="8151220" cy="339726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tx1"/>
              </a:buClr>
              <a:buSzTx/>
              <a:buFont typeface="Helvetica 75" panose="020B0804020202020204" pitchFamily="34" charset="0"/>
              <a:buNone/>
              <a:tabLst/>
              <a:defRPr lang="fr-FR" sz="1200" kern="1200" baseline="0" dirty="0" smtClean="0">
                <a:solidFill>
                  <a:schemeClr val="tx1">
                    <a:lumMod val="50000"/>
                  </a:schemeClr>
                </a:solidFill>
                <a:latin typeface="Helvetica 75" panose="020B0804020202020204" pitchFamily="34" charset="0"/>
                <a:ea typeface="+mn-ea"/>
                <a:cs typeface="+mn-cs"/>
              </a:defRPr>
            </a:lvl1pPr>
            <a:lvl2pPr marL="688975" indent="-231775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2pPr>
            <a:lvl3pPr marL="12446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3pPr>
            <a:lvl4pPr marL="16637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4pPr>
            <a:lvl5pPr marL="2251075" indent="-59690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  <a:spcAft>
                <a:spcPts val="1200"/>
              </a:spcAft>
              <a:buClr>
                <a:srgbClr val="FFFFFF"/>
              </a:buClr>
              <a:defRPr/>
            </a:pPr>
            <a:r>
              <a:rPr lang="en-GB" sz="800">
                <a:solidFill>
                  <a:srgbClr val="FF6600"/>
                </a:solidFill>
                <a:latin typeface="Helvetica 75 Bold" panose="020B0804020202020204" pitchFamily="34" charset="0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30342459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</p:sldLayoutIdLst>
  <p:transition spd="med">
    <p:fade/>
  </p:transition>
  <p:hf hdr="0"/>
  <p:txStyles>
    <p:titleStyle>
      <a:lvl1pPr algn="l" defTabSz="514350" rtl="0" eaLnBrk="1" fontAlgn="base" hangingPunct="1">
        <a:lnSpc>
          <a:spcPct val="90000"/>
        </a:lnSpc>
        <a:spcBef>
          <a:spcPct val="0"/>
        </a:spcBef>
        <a:spcAft>
          <a:spcPts val="0"/>
        </a:spcAft>
        <a:defRPr sz="2000" kern="1200">
          <a:solidFill>
            <a:srgbClr val="FF6600"/>
          </a:solidFill>
          <a:latin typeface="Helvetica 75 Bold" panose="020B0804020202020204" pitchFamily="34" charset="0"/>
          <a:ea typeface="ＭＳ Ｐゴシック" pitchFamily="34" charset="-128"/>
          <a:cs typeface="+mj-cs"/>
        </a:defRPr>
      </a:lvl1pPr>
      <a:lvl2pPr algn="l" defTabSz="514350" rtl="0" eaLnBrk="1" fontAlgn="base" hangingPunct="1">
        <a:lnSpc>
          <a:spcPct val="90000"/>
        </a:lnSpc>
        <a:spcBef>
          <a:spcPct val="0"/>
        </a:spcBef>
        <a:spcAft>
          <a:spcPts val="1200"/>
        </a:spcAft>
        <a:defRPr sz="1600">
          <a:solidFill>
            <a:schemeClr val="tx2"/>
          </a:solidFill>
          <a:latin typeface="Helvetica 75" pitchFamily="34" charset="0"/>
          <a:ea typeface="ＭＳ Ｐゴシック" pitchFamily="34" charset="-128"/>
        </a:defRPr>
      </a:lvl2pPr>
      <a:lvl3pPr algn="l" defTabSz="514350" rtl="0" eaLnBrk="1" fontAlgn="base" hangingPunct="1">
        <a:lnSpc>
          <a:spcPct val="90000"/>
        </a:lnSpc>
        <a:spcBef>
          <a:spcPct val="0"/>
        </a:spcBef>
        <a:spcAft>
          <a:spcPts val="1200"/>
        </a:spcAft>
        <a:defRPr sz="1600">
          <a:solidFill>
            <a:schemeClr val="tx2"/>
          </a:solidFill>
          <a:latin typeface="Helvetica 75" pitchFamily="34" charset="0"/>
          <a:ea typeface="ＭＳ Ｐゴシック" pitchFamily="34" charset="-128"/>
        </a:defRPr>
      </a:lvl3pPr>
      <a:lvl4pPr algn="l" defTabSz="514350" rtl="0" eaLnBrk="1" fontAlgn="base" hangingPunct="1">
        <a:lnSpc>
          <a:spcPct val="90000"/>
        </a:lnSpc>
        <a:spcBef>
          <a:spcPct val="0"/>
        </a:spcBef>
        <a:spcAft>
          <a:spcPts val="1200"/>
        </a:spcAft>
        <a:defRPr sz="1600">
          <a:solidFill>
            <a:schemeClr val="tx2"/>
          </a:solidFill>
          <a:latin typeface="Helvetica 75" pitchFamily="34" charset="0"/>
          <a:ea typeface="ＭＳ Ｐゴシック" pitchFamily="34" charset="-128"/>
        </a:defRPr>
      </a:lvl4pPr>
      <a:lvl5pPr algn="l" defTabSz="514350" rtl="0" eaLnBrk="1" fontAlgn="base" hangingPunct="1">
        <a:lnSpc>
          <a:spcPct val="90000"/>
        </a:lnSpc>
        <a:spcBef>
          <a:spcPct val="0"/>
        </a:spcBef>
        <a:spcAft>
          <a:spcPts val="1200"/>
        </a:spcAft>
        <a:defRPr sz="1600">
          <a:solidFill>
            <a:schemeClr val="tx2"/>
          </a:solidFill>
          <a:latin typeface="Helvetica 75" pitchFamily="34" charset="0"/>
          <a:ea typeface="ＭＳ Ｐゴシック" pitchFamily="34" charset="-128"/>
        </a:defRPr>
      </a:lvl5pPr>
      <a:lvl6pPr marL="457200" algn="l" defTabSz="514350" rtl="0" eaLnBrk="1" fontAlgn="base" hangingPunct="1">
        <a:lnSpc>
          <a:spcPct val="90000"/>
        </a:lnSpc>
        <a:spcBef>
          <a:spcPct val="0"/>
        </a:spcBef>
        <a:spcAft>
          <a:spcPts val="1200"/>
        </a:spcAft>
        <a:defRPr sz="1600">
          <a:solidFill>
            <a:schemeClr val="tx2"/>
          </a:solidFill>
          <a:latin typeface="Helvetica 75" pitchFamily="34" charset="0"/>
          <a:ea typeface="ＭＳ Ｐゴシック" pitchFamily="34" charset="-128"/>
        </a:defRPr>
      </a:lvl6pPr>
      <a:lvl7pPr marL="914400" algn="l" defTabSz="514350" rtl="0" eaLnBrk="1" fontAlgn="base" hangingPunct="1">
        <a:lnSpc>
          <a:spcPct val="90000"/>
        </a:lnSpc>
        <a:spcBef>
          <a:spcPct val="0"/>
        </a:spcBef>
        <a:spcAft>
          <a:spcPts val="1200"/>
        </a:spcAft>
        <a:defRPr sz="1600">
          <a:solidFill>
            <a:schemeClr val="tx2"/>
          </a:solidFill>
          <a:latin typeface="Helvetica 75" pitchFamily="34" charset="0"/>
          <a:ea typeface="ＭＳ Ｐゴシック" pitchFamily="34" charset="-128"/>
        </a:defRPr>
      </a:lvl7pPr>
      <a:lvl8pPr marL="1371600" algn="l" defTabSz="514350" rtl="0" eaLnBrk="1" fontAlgn="base" hangingPunct="1">
        <a:lnSpc>
          <a:spcPct val="90000"/>
        </a:lnSpc>
        <a:spcBef>
          <a:spcPct val="0"/>
        </a:spcBef>
        <a:spcAft>
          <a:spcPts val="1200"/>
        </a:spcAft>
        <a:defRPr sz="1600">
          <a:solidFill>
            <a:schemeClr val="tx2"/>
          </a:solidFill>
          <a:latin typeface="Helvetica 75" pitchFamily="34" charset="0"/>
          <a:ea typeface="ＭＳ Ｐゴシック" pitchFamily="34" charset="-128"/>
        </a:defRPr>
      </a:lvl8pPr>
      <a:lvl9pPr marL="1828800" algn="l" defTabSz="514350" rtl="0" eaLnBrk="1" fontAlgn="base" hangingPunct="1">
        <a:lnSpc>
          <a:spcPct val="90000"/>
        </a:lnSpc>
        <a:spcBef>
          <a:spcPct val="0"/>
        </a:spcBef>
        <a:spcAft>
          <a:spcPts val="1200"/>
        </a:spcAft>
        <a:defRPr sz="1600">
          <a:solidFill>
            <a:schemeClr val="tx2"/>
          </a:solidFill>
          <a:latin typeface="Helvetica 75" pitchFamily="34" charset="0"/>
          <a:ea typeface="ＭＳ Ｐゴシック" pitchFamily="34" charset="-128"/>
        </a:defRPr>
      </a:lvl9pPr>
    </p:titleStyle>
    <p:bodyStyle>
      <a:lvl1pPr algn="l" defTabSz="514350" rtl="0" eaLnBrk="1" fontAlgn="base" hangingPunct="1">
        <a:lnSpc>
          <a:spcPct val="90000"/>
        </a:lnSpc>
        <a:spcBef>
          <a:spcPct val="0"/>
        </a:spcBef>
        <a:spcAft>
          <a:spcPts val="800"/>
        </a:spcAft>
        <a:buFont typeface="Arial" pitchFamily="34" charset="0"/>
        <a:defRPr sz="1400" kern="1200">
          <a:solidFill>
            <a:srgbClr val="FF6600"/>
          </a:solidFill>
          <a:latin typeface="Helvetica 75 Bold" panose="020B0804020202020204" pitchFamily="34" charset="0"/>
          <a:ea typeface="ＭＳ Ｐゴシック" pitchFamily="34" charset="-128"/>
          <a:cs typeface="+mn-cs"/>
        </a:defRPr>
      </a:lvl1pPr>
      <a:lvl2pPr algn="l" defTabSz="514350" rtl="0" eaLnBrk="1" fontAlgn="base" hangingPunct="1">
        <a:lnSpc>
          <a:spcPct val="90000"/>
        </a:lnSpc>
        <a:spcBef>
          <a:spcPct val="0"/>
        </a:spcBef>
        <a:spcAft>
          <a:spcPts val="800"/>
        </a:spcAft>
        <a:buFont typeface="Arial" pitchFamily="34" charset="0"/>
        <a:defRPr sz="1400" kern="1200">
          <a:solidFill>
            <a:schemeClr val="tx1"/>
          </a:solidFill>
          <a:latin typeface="Helvetica 75 Bold" panose="020B0804020202020204" pitchFamily="34" charset="0"/>
          <a:ea typeface="ＭＳ Ｐゴシック" pitchFamily="34" charset="-128"/>
          <a:cs typeface="+mn-cs"/>
        </a:defRPr>
      </a:lvl2pPr>
      <a:lvl3pPr marL="133350" indent="-133350" algn="l" defTabSz="514350" rtl="0" eaLnBrk="1" fontAlgn="base" hangingPunct="1">
        <a:lnSpc>
          <a:spcPct val="90000"/>
        </a:lnSpc>
        <a:spcBef>
          <a:spcPct val="0"/>
        </a:spcBef>
        <a:spcAft>
          <a:spcPts val="800"/>
        </a:spcAft>
        <a:buClr>
          <a:schemeClr val="tx1"/>
        </a:buClr>
        <a:buFont typeface="Helvetica 75" panose="020B0804020202020204" pitchFamily="34" charset="0"/>
        <a:buChar char="−"/>
        <a:defRPr sz="1400" kern="1200">
          <a:solidFill>
            <a:schemeClr val="tx1"/>
          </a:solidFill>
          <a:latin typeface="Helvetica 75 Bold" panose="020B0804020202020204" pitchFamily="34" charset="0"/>
          <a:ea typeface="ＭＳ Ｐゴシック" pitchFamily="34" charset="-128"/>
          <a:cs typeface="+mn-cs"/>
        </a:defRPr>
      </a:lvl3pPr>
      <a:lvl4pPr marL="271463" indent="-134938" algn="l" defTabSz="514350" rtl="0" eaLnBrk="1" fontAlgn="base" hangingPunct="1">
        <a:lnSpc>
          <a:spcPct val="90000"/>
        </a:lnSpc>
        <a:spcBef>
          <a:spcPct val="0"/>
        </a:spcBef>
        <a:spcAft>
          <a:spcPts val="800"/>
        </a:spcAft>
        <a:buClr>
          <a:schemeClr val="tx1"/>
        </a:buClr>
        <a:buFont typeface="Helvetica 75" panose="020B0804020202020204" pitchFamily="34" charset="0"/>
        <a:buChar char="−"/>
        <a:defRPr sz="1400" kern="1200">
          <a:solidFill>
            <a:schemeClr val="tx1"/>
          </a:solidFill>
          <a:latin typeface="Helvetica 75 Bold" panose="020B0804020202020204" pitchFamily="34" charset="0"/>
          <a:ea typeface="ＭＳ Ｐゴシック" pitchFamily="34" charset="-128"/>
          <a:cs typeface="+mn-cs"/>
        </a:defRPr>
      </a:lvl4pPr>
      <a:lvl5pPr marL="406400" indent="-134938" algn="l" defTabSz="514350" rtl="0" eaLnBrk="1" fontAlgn="base" hangingPunct="1">
        <a:lnSpc>
          <a:spcPct val="90000"/>
        </a:lnSpc>
        <a:spcBef>
          <a:spcPct val="0"/>
        </a:spcBef>
        <a:spcAft>
          <a:spcPts val="800"/>
        </a:spcAft>
        <a:buClr>
          <a:schemeClr val="tx1"/>
        </a:buClr>
        <a:buFont typeface="Helvetica 75" panose="020B0804020202020204" pitchFamily="34" charset="0"/>
        <a:buChar char="−"/>
        <a:defRPr sz="1400" kern="1200">
          <a:solidFill>
            <a:schemeClr val="tx1"/>
          </a:solidFill>
          <a:latin typeface="Helvetica 75 Bold" panose="020B0804020202020204" pitchFamily="34" charset="0"/>
          <a:ea typeface="ＭＳ Ｐゴシック" pitchFamily="34" charset="-128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3252" y="339502"/>
            <a:ext cx="1287851" cy="238525"/>
          </a:xfrm>
          <a:prstGeom prst="rect">
            <a:avLst/>
          </a:prstGeom>
          <a:noFill/>
        </p:spPr>
        <p:txBody>
          <a:bodyPr wrap="none" lIns="68579" tIns="34289" rIns="68579" bIns="34289" rtlCol="0">
            <a:spAutoFit/>
          </a:bodyPr>
          <a:lstStyle/>
          <a:p>
            <a:pPr marL="0" marR="0" lvl="0" indent="0" algn="l" defTabSz="7127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Helvetica" panose="020B0604020202020204" pitchFamily="34" charset="0"/>
                <a:ea typeface="ＭＳ Ｐゴシック" pitchFamily="34" charset="-128"/>
                <a:cs typeface="Helvetica" panose="020B0604020202020204" pitchFamily="34" charset="0"/>
              </a:rPr>
              <a:t>Project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7905" y="1674817"/>
            <a:ext cx="4600127" cy="242372"/>
          </a:xfrm>
          <a:prstGeom prst="rect">
            <a:avLst/>
          </a:prstGeom>
          <a:noFill/>
        </p:spPr>
        <p:txBody>
          <a:bodyPr wrap="square" lIns="68579" tIns="34289" rIns="68579" bIns="34289" rtlCol="0">
            <a:spAutoFit/>
          </a:bodyPr>
          <a:lstStyle/>
          <a:p>
            <a:pPr marL="0" marR="0" lvl="0" indent="0" algn="l" defTabSz="7127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Helvetica" panose="020B0604020202020204" pitchFamily="34" charset="0"/>
                <a:ea typeface="ＭＳ Ｐゴシック" pitchFamily="34" charset="-128"/>
                <a:cs typeface="Helvetica" panose="020B0604020202020204" pitchFamily="34" charset="0"/>
              </a:rPr>
              <a:t>If supplier is already identified/existing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30886" y="1954689"/>
            <a:ext cx="4506568" cy="3770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68579" tIns="34289" rIns="68579" bIns="34289" rtlCol="0">
            <a:spAutoFit/>
          </a:bodyPr>
          <a:lstStyle>
            <a:defPPr>
              <a:defRPr lang="en-GB"/>
            </a:defPPr>
            <a:lvl1pPr marL="285750" indent="-285750">
              <a:buFont typeface="Arial" panose="020B0604020202020204" pitchFamily="34" charset="0"/>
              <a:buChar char="•"/>
              <a:defRPr sz="1200">
                <a:latin typeface="Helvetica 45 Light" panose="020B0403020202020204" pitchFamily="34" charset="0"/>
              </a:defRPr>
            </a:lvl1pPr>
          </a:lstStyle>
          <a:p>
            <a:pPr marL="0" marR="0" indent="0" algn="l" rtl="0">
              <a:buNone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ＭＳ Ｐゴシック" pitchFamily="34" charset="-128"/>
                <a:cs typeface="Helvetica" panose="020B0604020202020204" pitchFamily="34" charset="0"/>
              </a:rPr>
              <a:t>Supplier Name: Smart Vision</a:t>
            </a:r>
            <a:r>
              <a:rPr lang="en-US" sz="10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</a:p>
          <a:p>
            <a:pPr marL="0" marR="0" lvl="0" indent="0" algn="l" defTabSz="7127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ＭＳ Ｐゴシック" pitchFamily="34" charset="-128"/>
                <a:cs typeface="Helvetica" panose="020B0604020202020204" pitchFamily="34" charset="0"/>
              </a:rPr>
              <a:t>Orange customer: 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5697" y="2959148"/>
            <a:ext cx="2112449" cy="2423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68579" tIns="34289" rIns="68579" bIns="34289" rtlCol="0">
            <a:spAutoFit/>
          </a:bodyPr>
          <a:lstStyle>
            <a:defPPr>
              <a:defRPr lang="en-GB"/>
            </a:defPPr>
            <a:lvl1pPr marL="285750" indent="-285750">
              <a:buFont typeface="Arial" panose="020B0604020202020204" pitchFamily="34" charset="0"/>
              <a:buChar char="•"/>
              <a:defRPr sz="1200">
                <a:latin typeface="Helvetica 45 Light" panose="020B0403020202020204" pitchFamily="34" charset="0"/>
              </a:defRPr>
            </a:lvl1pPr>
          </a:lstStyle>
          <a:p>
            <a:pPr marL="285750" marR="0" lvl="0" indent="-285750" algn="l" defTabSz="7127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ＭＳ Ｐゴシック" pitchFamily="34" charset="-128"/>
                <a:cs typeface="Helvetica" panose="020B0604020202020204" pitchFamily="34" charset="0"/>
              </a:rPr>
              <a:t>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4220" y="357972"/>
            <a:ext cx="2387978" cy="242372"/>
          </a:xfrm>
          <a:prstGeom prst="rect">
            <a:avLst/>
          </a:prstGeom>
          <a:noFill/>
        </p:spPr>
        <p:txBody>
          <a:bodyPr wrap="square" lIns="68579" tIns="34289" rIns="68579" bIns="34289" rtlCol="0">
            <a:spAutoFit/>
          </a:bodyPr>
          <a:lstStyle/>
          <a:p>
            <a:pPr marL="0" marR="0" lvl="0" indent="0" algn="l" defTabSz="7127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Helvetica" panose="020B0604020202020204" pitchFamily="34" charset="0"/>
                <a:ea typeface="ＭＳ Ｐゴシック" pitchFamily="34" charset="-128"/>
                <a:cs typeface="Helvetica" panose="020B0604020202020204" pitchFamily="34" charset="0"/>
              </a:rPr>
              <a:t>Summary Financial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1465" y="4387692"/>
            <a:ext cx="2253283" cy="2423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68579" tIns="34289" rIns="68579" bIns="34289" rtlCol="0">
            <a:spAutoFit/>
          </a:bodyPr>
          <a:lstStyle>
            <a:defPPr>
              <a:defRPr lang="en-GB"/>
            </a:defPPr>
            <a:lvl1pPr marL="285750" indent="-285750">
              <a:buFont typeface="Arial" panose="020B0604020202020204" pitchFamily="34" charset="0"/>
              <a:buChar char="•"/>
              <a:defRPr sz="1200">
                <a:latin typeface="Helvetica 45 Light" panose="020B0403020202020204" pitchFamily="34" charset="0"/>
              </a:defRPr>
            </a:lvl1pPr>
          </a:lstStyle>
          <a:p>
            <a:pPr marL="285750" marR="0" lvl="0" indent="-285750" algn="l" defTabSz="7127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ＭＳ Ｐゴシック" pitchFamily="34" charset="-128"/>
              <a:cs typeface="Helvetica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20269" y="4061032"/>
            <a:ext cx="2415671" cy="253916"/>
          </a:xfrm>
          <a:prstGeom prst="rect">
            <a:avLst/>
          </a:prstGeom>
          <a:noFill/>
        </p:spPr>
        <p:txBody>
          <a:bodyPr wrap="square" lIns="68579" tIns="34289" rIns="68579" bIns="34289" rtlCol="0">
            <a:normAutofit fontScale="92500"/>
          </a:bodyPr>
          <a:lstStyle/>
          <a:p>
            <a:pPr marL="0" marR="0" lvl="0" indent="0" algn="l" defTabSz="7127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Helvetica" panose="020B0604020202020204" pitchFamily="34" charset="0"/>
                <a:ea typeface="ＭＳ Ｐゴシック" pitchFamily="34" charset="-128"/>
                <a:cs typeface="Helvetica" panose="020B0604020202020204" pitchFamily="34" charset="0"/>
              </a:rPr>
              <a:t>In case of change from current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7313" y="2705768"/>
            <a:ext cx="2336857" cy="242372"/>
          </a:xfrm>
          <a:prstGeom prst="rect">
            <a:avLst/>
          </a:prstGeom>
          <a:noFill/>
        </p:spPr>
        <p:txBody>
          <a:bodyPr wrap="square" lIns="68579" tIns="34289" rIns="68579" bIns="34289" rtlCol="0">
            <a:spAutoFit/>
          </a:bodyPr>
          <a:lstStyle/>
          <a:p>
            <a:pPr marL="0" marR="0" lvl="0" indent="0" algn="l" defTabSz="7127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Helvetica" panose="020B0604020202020204" pitchFamily="34" charset="0"/>
                <a:ea typeface="ＭＳ Ｐゴシック" pitchFamily="34" charset="-128"/>
                <a:cs typeface="Helvetica" panose="020B0604020202020204" pitchFamily="34" charset="0"/>
              </a:rPr>
              <a:t>No go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6297" y="339503"/>
            <a:ext cx="1218921" cy="238525"/>
          </a:xfrm>
          <a:prstGeom prst="rect">
            <a:avLst/>
          </a:prstGeom>
          <a:noFill/>
        </p:spPr>
        <p:txBody>
          <a:bodyPr wrap="none" lIns="68579" tIns="34289" rIns="68579" bIns="34289" rtlCol="0">
            <a:spAutoFit/>
          </a:bodyPr>
          <a:lstStyle/>
          <a:p>
            <a:pPr lvl="0" defTabSz="71275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ＭＳ Ｐゴシック" pitchFamily="34" charset="-128"/>
                <a:cs typeface="Helvetica" panose="020B0604020202020204" pitchFamily="34" charset="0"/>
              </a:rPr>
              <a:t>:</a:t>
            </a:r>
            <a:r>
              <a:rPr lang="en-US" sz="1100" b="1" dirty="0">
                <a:solidFill>
                  <a:srgbClr val="FF6600"/>
                </a:solidFill>
                <a:latin typeface="Helvetica" panose="020B0604020202020204" pitchFamily="34" charset="0"/>
                <a:ea typeface="ＭＳ Ｐゴシック" pitchFamily="34" charset="-128"/>
                <a:cs typeface="Helvetica" panose="020B0604020202020204" pitchFamily="34" charset="0"/>
              </a:rPr>
              <a:t>Currency : </a:t>
            </a:r>
            <a:r>
              <a:rPr lang="en-US" sz="1100" dirty="0">
                <a:solidFill>
                  <a:srgbClr val="000000"/>
                </a:solidFill>
                <a:latin typeface="Helvetica" panose="020B0604020202020204" pitchFamily="34" charset="0"/>
                <a:ea typeface="ＭＳ Ｐゴシック" pitchFamily="34" charset="-128"/>
                <a:cs typeface="Helvetica" panose="020B0604020202020204" pitchFamily="34" charset="0"/>
              </a:rPr>
              <a:t>EGP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7704" y="4073000"/>
            <a:ext cx="1178847" cy="238525"/>
          </a:xfrm>
          <a:prstGeom prst="rect">
            <a:avLst/>
          </a:prstGeom>
          <a:noFill/>
        </p:spPr>
        <p:txBody>
          <a:bodyPr wrap="none" lIns="68579" tIns="34289" rIns="68579" bIns="34289" rtlCol="0">
            <a:spAutoFit/>
          </a:bodyPr>
          <a:lstStyle/>
          <a:p>
            <a:pPr marL="0" marR="0" lvl="0" indent="0" algn="l" defTabSz="7127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Helvetica" panose="020B0604020202020204" pitchFamily="34" charset="0"/>
                <a:ea typeface="ＭＳ Ｐゴシック" pitchFamily="34" charset="-128"/>
                <a:cs typeface="Helvetica" panose="020B0604020202020204" pitchFamily="34" charset="0"/>
              </a:rPr>
              <a:t>In case of swap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02629" y="4379014"/>
            <a:ext cx="1633268" cy="2423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68579" tIns="34289" rIns="68579" bIns="34289" rtlCol="0">
            <a:spAutoFit/>
          </a:bodyPr>
          <a:lstStyle>
            <a:defPPr>
              <a:defRPr lang="en-GB"/>
            </a:defPPr>
            <a:lvl1pPr marL="285750" indent="-285750">
              <a:buFont typeface="Arial" panose="020B0604020202020204" pitchFamily="34" charset="0"/>
              <a:buChar char="•"/>
              <a:defRPr sz="1200">
                <a:latin typeface="Helvetica 45 Light" panose="020B0403020202020204" pitchFamily="34" charset="0"/>
              </a:defRPr>
            </a:lvl1pPr>
          </a:lstStyle>
          <a:p>
            <a:pPr marL="0" marR="0" lvl="0" indent="0" algn="l" defTabSz="7127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ＭＳ Ｐゴシック" pitchFamily="34" charset="-128"/>
                <a:cs typeface="Helvetica" panose="020B0604020202020204" pitchFamily="34" charset="0"/>
              </a:rPr>
              <a:t>Write off amount: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97" y="4083636"/>
            <a:ext cx="1869741" cy="238525"/>
          </a:xfrm>
          <a:prstGeom prst="rect">
            <a:avLst/>
          </a:prstGeom>
          <a:noFill/>
        </p:spPr>
        <p:txBody>
          <a:bodyPr wrap="none" lIns="68579" tIns="34289" rIns="68579" bIns="34289" rtlCol="0">
            <a:spAutoFit/>
          </a:bodyPr>
          <a:lstStyle/>
          <a:p>
            <a:pPr marL="0" marR="0" lvl="0" indent="0" algn="l" defTabSz="7127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Helvetica" panose="020B0604020202020204" pitchFamily="34" charset="0"/>
                <a:ea typeface="ＭＳ Ｐゴシック" pitchFamily="34" charset="-128"/>
                <a:cs typeface="Helvetica" panose="020B0604020202020204" pitchFamily="34" charset="0"/>
              </a:rPr>
              <a:t>Project / Account Number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0422" y="4379009"/>
            <a:ext cx="1705276" cy="2423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68579" tIns="34289" rIns="68579" bIns="34289" rtlCol="0">
            <a:spAutoFit/>
          </a:bodyPr>
          <a:lstStyle>
            <a:defPPr>
              <a:defRPr lang="en-GB"/>
            </a:defPPr>
            <a:lvl1pPr marL="285750" indent="-285750">
              <a:buFont typeface="Arial" panose="020B0604020202020204" pitchFamily="34" charset="0"/>
              <a:buChar char="•"/>
              <a:defRPr sz="1200">
                <a:latin typeface="Helvetica 45 Light" panose="020B0403020202020204" pitchFamily="34" charset="0"/>
              </a:defRPr>
            </a:lvl1pPr>
          </a:lstStyle>
          <a:p>
            <a:pPr marL="0" lvl="0" indent="0" algn="ctr" defTabSz="712752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ＭＳ Ｐゴシック" pitchFamily="34" charset="-128"/>
                <a:cs typeface="Helvetica" panose="020B0604020202020204" pitchFamily="34" charset="0"/>
              </a:rPr>
              <a:t>DG1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68340" y="4061032"/>
            <a:ext cx="2336857" cy="261610"/>
          </a:xfrm>
          <a:prstGeom prst="rect">
            <a:avLst/>
          </a:prstGeom>
          <a:noFill/>
        </p:spPr>
        <p:txBody>
          <a:bodyPr wrap="square" lIns="68579" tIns="34289" rIns="68579" bIns="34289" rtlCol="0">
            <a:normAutofit/>
          </a:bodyPr>
          <a:lstStyle>
            <a:defPPr>
              <a:defRPr lang="en-GB"/>
            </a:defPPr>
            <a:lvl1pPr>
              <a:defRPr sz="1050" b="1">
                <a:solidFill>
                  <a:schemeClr val="bg2"/>
                </a:solidFill>
                <a:latin typeface="Helvetica 45 Light" panose="020B0403020202020204" pitchFamily="34" charset="0"/>
              </a:defRPr>
            </a:lvl1pPr>
          </a:lstStyle>
          <a:p>
            <a:pPr marL="0" marR="0" lvl="0" indent="0" algn="l" defTabSz="71275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Helvetica" panose="020B0604020202020204" pitchFamily="34" charset="0"/>
                <a:ea typeface="ＭＳ Ｐゴシック" pitchFamily="34" charset="-128"/>
                <a:cs typeface="Helvetica" panose="020B0604020202020204" pitchFamily="34" charset="0"/>
              </a:rPr>
              <a:t>In case of support contracts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5585" y="4387692"/>
            <a:ext cx="2112448" cy="2423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68579" tIns="34289" rIns="68579" bIns="34289" rtlCol="0">
            <a:spAutoFit/>
          </a:bodyPr>
          <a:lstStyle>
            <a:defPPr>
              <a:defRPr lang="en-GB"/>
            </a:defPPr>
            <a:lvl1pPr marL="285750" indent="-285750">
              <a:buFont typeface="Arial" panose="020B0604020202020204" pitchFamily="34" charset="0"/>
              <a:buChar char="•"/>
              <a:defRPr sz="1200">
                <a:latin typeface="Helvetica 45 Light" panose="020B0403020202020204" pitchFamily="34" charset="0"/>
              </a:defRPr>
            </a:lvl1pPr>
          </a:lstStyle>
          <a:p>
            <a:pPr marL="285750" marR="0" lvl="0" indent="-285750" algn="l" defTabSz="7127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ＭＳ Ｐゴシック" pitchFamily="34" charset="-128"/>
              <a:cs typeface="Helvetica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0430" y="3485353"/>
            <a:ext cx="2793070" cy="238525"/>
          </a:xfrm>
          <a:prstGeom prst="rect">
            <a:avLst/>
          </a:prstGeom>
          <a:noFill/>
        </p:spPr>
        <p:txBody>
          <a:bodyPr wrap="none" lIns="68579" tIns="34289" rIns="68579" bIns="34289" rtlCol="0">
            <a:spAutoFit/>
          </a:bodyPr>
          <a:lstStyle/>
          <a:p>
            <a:pPr marL="0" marR="0" lvl="0" indent="0" algn="l" defTabSz="7127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Helvetica" panose="020B0604020202020204" pitchFamily="34" charset="0"/>
                <a:ea typeface="ＭＳ Ｐゴシック" pitchFamily="34" charset="-128"/>
                <a:cs typeface="Helvetica" panose="020B0604020202020204" pitchFamily="34" charset="0"/>
              </a:rPr>
              <a:t>Warehouse status in case of equipment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038" y="3686177"/>
            <a:ext cx="3505476" cy="3770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68579" tIns="34289" rIns="68579" bIns="34289" rtlCol="0">
            <a:spAutoFit/>
          </a:bodyPr>
          <a:lstStyle>
            <a:defPPr>
              <a:defRPr lang="en-GB"/>
            </a:defPPr>
            <a:lvl1pPr marL="285750" indent="-285750">
              <a:buFont typeface="Arial" panose="020B0604020202020204" pitchFamily="34" charset="0"/>
              <a:buChar char="•"/>
              <a:defRPr sz="1200">
                <a:latin typeface="Helvetica 45 Light" panose="020B0403020202020204" pitchFamily="34" charset="0"/>
              </a:defRPr>
            </a:lvl1pPr>
          </a:lstStyle>
          <a:p>
            <a:pPr marL="0" marR="0" lvl="0" indent="0" algn="l" defTabSz="7127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ＭＳ Ｐゴシック" pitchFamily="34" charset="-128"/>
                <a:cs typeface="Helvetica" panose="020B0604020202020204" pitchFamily="34" charset="0"/>
              </a:rPr>
              <a:t>Stock level:0</a:t>
            </a:r>
          </a:p>
          <a:p>
            <a:pPr marL="0" marR="0" lvl="0" indent="0" algn="l" defTabSz="7127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ＭＳ Ｐゴシック" pitchFamily="34" charset="-128"/>
                <a:cs typeface="Helvetica" panose="020B0604020202020204" pitchFamily="34" charset="0"/>
              </a:rPr>
              <a:t>Stock coverage till: 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01464" y="2384970"/>
            <a:ext cx="4506568" cy="2885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68579" tIns="34289" rIns="68579" bIns="34289">
            <a:spAutoFit/>
          </a:bodyPr>
          <a:lstStyle/>
          <a:p>
            <a:pPr marL="0" marR="0" lvl="0" indent="0" algn="l" defTabSz="514325" rtl="0" eaLnBrk="1" fontAlgn="b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Helvetica" panose="020B0604020202020204" pitchFamily="34" charset="0"/>
                <a:ea typeface="ＭＳ Ｐゴシック" pitchFamily="34" charset="-128"/>
                <a:cs typeface="Helvetica" panose="020B0604020202020204" pitchFamily="34" charset="0"/>
              </a:rPr>
              <a:t>Delivery time and period covered: 2025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ＭＳ Ｐゴシック" pitchFamily="34" charset="-128"/>
              <a:cs typeface="Helvetica" panose="020B0604020202020204" pitchFamily="34" charset="0"/>
            </a:endParaRPr>
          </a:p>
        </p:txBody>
      </p:sp>
      <p:sp>
        <p:nvSpPr>
          <p:cNvPr id="28" name="Rectangle 2"/>
          <p:cNvSpPr>
            <a:spLocks noChangeArrowheads="1"/>
          </p:cNvSpPr>
          <p:nvPr/>
        </p:nvSpPr>
        <p:spPr bwMode="auto">
          <a:xfrm>
            <a:off x="130422" y="-20536"/>
            <a:ext cx="9003323" cy="346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8579" tIns="34289" rIns="68579" bIns="34289">
            <a:spAutoFit/>
          </a:bodyPr>
          <a:lstStyle/>
          <a:p>
            <a:pPr marL="342884" marR="0" lvl="0" indent="-342884" algn="l" defTabSz="7127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Helvetica 75 Bold" panose="020B0804020202020204" pitchFamily="34" charset="0"/>
                <a:ea typeface="ＭＳ Ｐゴシック" pitchFamily="34" charset="-128"/>
                <a:cs typeface="+mn-cs"/>
              </a:rPr>
              <a:t>Executive summary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914C144-1002-634B-6C29-B4A57689DD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528394"/>
              </p:ext>
            </p:extLst>
          </p:nvPr>
        </p:nvGraphicFramePr>
        <p:xfrm>
          <a:off x="3826693" y="611352"/>
          <a:ext cx="4514953" cy="989624"/>
        </p:xfrm>
        <a:graphic>
          <a:graphicData uri="http://schemas.openxmlformats.org/drawingml/2006/table">
            <a:tbl>
              <a:tblPr/>
              <a:tblGrid>
                <a:gridCol w="1418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579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45 Light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Capex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Opex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609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Budget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143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13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70,000,000 EGP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 45 Light"/>
                        </a:rPr>
                        <a:t>-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609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Requested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143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13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154,233.45 USD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 45 Light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609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Last</a:t>
                      </a:r>
                      <a:r>
                        <a:rPr lang="en-US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Year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143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 45 Light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7894DFB-69B6-2710-D589-9A5FC9614040}"/>
              </a:ext>
            </a:extLst>
          </p:cNvPr>
          <p:cNvSpPr txBox="1"/>
          <p:nvPr/>
        </p:nvSpPr>
        <p:spPr>
          <a:xfrm>
            <a:off x="74109" y="593293"/>
            <a:ext cx="3561787" cy="2308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68579" tIns="34289" rIns="68579" bIns="34289" rtlCol="0">
            <a:spAutoFit/>
          </a:bodyPr>
          <a:lstStyle/>
          <a:p>
            <a:r>
              <a:rPr lang="en-US" sz="1050" dirty="0">
                <a:latin typeface="Calibri" panose="020F0502020204030204" pitchFamily="34" charset="0"/>
                <a:cs typeface="Calibri" panose="020F0502020204030204" pitchFamily="34" charset="0"/>
              </a:rPr>
              <a:t>SPSS License renewal for 11 users through 3 years.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21B7CE9-A6E3-B926-190B-C41C9515BE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0269" y="2912121"/>
            <a:ext cx="2590233" cy="8463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Lost Revenue:</a:t>
            </a:r>
            <a:r>
              <a:rPr kumimoji="0" lang="en-US" altLang="en-US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You will miss direct opportunities to encourage customers to buy more, leading to lower overall sales.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Ineffective Communication:</a:t>
            </a:r>
            <a:r>
              <a:rPr kumimoji="0" lang="en-US" altLang="en-US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Without an organized approach, any attempts at upselling will be less targeted, potentially annoying customers or simply being ignored, rather than driving additional purchases. </a:t>
            </a:r>
          </a:p>
        </p:txBody>
      </p:sp>
    </p:spTree>
    <p:extLst>
      <p:ext uri="{BB962C8B-B14F-4D97-AF65-F5344CB8AC3E}">
        <p14:creationId xmlns:p14="http://schemas.microsoft.com/office/powerpoint/2010/main" val="709562929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639" y="165554"/>
            <a:ext cx="8470900" cy="470550"/>
          </a:xfrm>
          <a:solidFill>
            <a:srgbClr val="FF6600"/>
          </a:solidFill>
          <a:ln w="28575">
            <a:solidFill>
              <a:schemeClr val="tx1"/>
            </a:solidFill>
          </a:ln>
        </p:spPr>
        <p:txBody>
          <a:bodyPr anchor="ctr"/>
          <a:lstStyle/>
          <a:p>
            <a:r>
              <a:rPr lang="en-GB" dirty="0">
                <a:solidFill>
                  <a:schemeClr val="bg1"/>
                </a:solidFill>
              </a:rPr>
              <a:t> Sourcing Strategy </a:t>
            </a:r>
          </a:p>
        </p:txBody>
      </p:sp>
    </p:spTree>
    <p:extLst>
      <p:ext uri="{BB962C8B-B14F-4D97-AF65-F5344CB8AC3E}">
        <p14:creationId xmlns:p14="http://schemas.microsoft.com/office/powerpoint/2010/main" val="3023132148"/>
      </p:ext>
    </p:extLst>
  </p:cSld>
  <p:clrMapOvr>
    <a:masterClrMapping/>
  </p:clrMapOvr>
  <p:transition spd="med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60fd420e2f369681ff7d579defce5493287913"/>
</p:tagLst>
</file>

<file path=ppt/theme/theme1.xml><?xml version="1.0" encoding="utf-8"?>
<a:theme xmlns:a="http://schemas.openxmlformats.org/drawingml/2006/main" name="OUK_template">
  <a:themeElements>
    <a:clrScheme name="Orange Black">
      <a:dk1>
        <a:srgbClr val="FFFFFF"/>
      </a:dk1>
      <a:lt1>
        <a:srgbClr val="000000"/>
      </a:lt1>
      <a:dk2>
        <a:srgbClr val="FF6600"/>
      </a:dk2>
      <a:lt2>
        <a:srgbClr val="8E908F"/>
      </a:lt2>
      <a:accent1>
        <a:srgbClr val="FF6600"/>
      </a:accent1>
      <a:accent2>
        <a:srgbClr val="323232"/>
      </a:accent2>
      <a:accent3>
        <a:srgbClr val="5C5C5C"/>
      </a:accent3>
      <a:accent4>
        <a:srgbClr val="8E908F"/>
      </a:accent4>
      <a:accent5>
        <a:srgbClr val="ADADAD"/>
      </a:accent5>
      <a:accent6>
        <a:srgbClr val="CCCCCC"/>
      </a:accent6>
      <a:hlink>
        <a:srgbClr val="000000"/>
      </a:hlink>
      <a:folHlink>
        <a:srgbClr val="000000"/>
      </a:folHlink>
    </a:clrScheme>
    <a:fontScheme name="Orange">
      <a:majorFont>
        <a:latin typeface="Helvetica 75"/>
        <a:ea typeface=""/>
        <a:cs typeface=""/>
      </a:majorFont>
      <a:minorFont>
        <a:latin typeface="Helvetica 75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ange_PPTTemplate_v3.potx" id="{7EFB1CC4-B630-4DC5-B88F-B33ED10FA70B}" vid="{E661C32F-4836-4DD1-B604-E27281C607A6}"/>
    </a:ext>
  </a:extLst>
</a:theme>
</file>

<file path=ppt/theme/theme2.xml><?xml version="1.0" encoding="utf-8"?>
<a:theme xmlns:a="http://schemas.openxmlformats.org/drawingml/2006/main" name="Orange Template - Black">
  <a:themeElements>
    <a:clrScheme name="Orange Black">
      <a:dk1>
        <a:srgbClr val="FFFFFF"/>
      </a:dk1>
      <a:lt1>
        <a:srgbClr val="000000"/>
      </a:lt1>
      <a:dk2>
        <a:srgbClr val="FF6600"/>
      </a:dk2>
      <a:lt2>
        <a:srgbClr val="8E908F"/>
      </a:lt2>
      <a:accent1>
        <a:srgbClr val="FF6600"/>
      </a:accent1>
      <a:accent2>
        <a:srgbClr val="323232"/>
      </a:accent2>
      <a:accent3>
        <a:srgbClr val="5C5C5C"/>
      </a:accent3>
      <a:accent4>
        <a:srgbClr val="8E908F"/>
      </a:accent4>
      <a:accent5>
        <a:srgbClr val="ADADAD"/>
      </a:accent5>
      <a:accent6>
        <a:srgbClr val="CCCCCC"/>
      </a:accent6>
      <a:hlink>
        <a:srgbClr val="000000"/>
      </a:hlink>
      <a:folHlink>
        <a:srgbClr val="000000"/>
      </a:folHlink>
    </a:clrScheme>
    <a:fontScheme name="Orange">
      <a:majorFont>
        <a:latin typeface="Helvetica 75"/>
        <a:ea typeface=""/>
        <a:cs typeface=""/>
      </a:majorFont>
      <a:minorFont>
        <a:latin typeface="Helvetica 75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ange_PPTTemplate_v3.potx" id="{7EFB1CC4-B630-4DC5-B88F-B33ED10FA70B}" vid="{E661C32F-4836-4DD1-B604-E27281C607A6}"/>
    </a:ext>
  </a:extLst>
</a:theme>
</file>

<file path=ppt/theme/theme3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OUK_template">
  <a:themeElements>
    <a:clrScheme name="Orange Black">
      <a:dk1>
        <a:srgbClr val="FFFFFF"/>
      </a:dk1>
      <a:lt1>
        <a:srgbClr val="000000"/>
      </a:lt1>
      <a:dk2>
        <a:srgbClr val="FF6600"/>
      </a:dk2>
      <a:lt2>
        <a:srgbClr val="8E908F"/>
      </a:lt2>
      <a:accent1>
        <a:srgbClr val="FF6600"/>
      </a:accent1>
      <a:accent2>
        <a:srgbClr val="323232"/>
      </a:accent2>
      <a:accent3>
        <a:srgbClr val="5C5C5C"/>
      </a:accent3>
      <a:accent4>
        <a:srgbClr val="8E908F"/>
      </a:accent4>
      <a:accent5>
        <a:srgbClr val="ADADAD"/>
      </a:accent5>
      <a:accent6>
        <a:srgbClr val="CCCCCC"/>
      </a:accent6>
      <a:hlink>
        <a:srgbClr val="000000"/>
      </a:hlink>
      <a:folHlink>
        <a:srgbClr val="000000"/>
      </a:folHlink>
    </a:clrScheme>
    <a:fontScheme name="Orange">
      <a:majorFont>
        <a:latin typeface="Helvetica 75"/>
        <a:ea typeface=""/>
        <a:cs typeface=""/>
      </a:majorFont>
      <a:minorFont>
        <a:latin typeface="Helvetica 75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ange_PPTTemplate_v3.potx" id="{7EFB1CC4-B630-4DC5-B88F-B33ED10FA70B}" vid="{E661C32F-4836-4DD1-B604-E27281C607A6}"/>
    </a:ext>
  </a:extLst>
</a:theme>
</file>

<file path=ppt/theme/theme5.xml><?xml version="1.0" encoding="utf-8"?>
<a:theme xmlns:a="http://schemas.openxmlformats.org/drawingml/2006/main" name="OUK-Template_Beta_220616">
  <a:themeElements>
    <a:clrScheme name="Orange WHT Secondary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range">
      <a:majorFont>
        <a:latin typeface="Helvetica 75 Bold"/>
        <a:ea typeface=""/>
        <a:cs typeface=""/>
      </a:majorFont>
      <a:minorFont>
        <a:latin typeface="Helvetica 75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>
            <a:solidFill>
              <a:srgbClr val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none" lIns="0" tIns="0" rIns="0" bIns="0" rtlCol="0">
        <a:spAutoFit/>
      </a:bodyPr>
      <a:lstStyle>
        <a:defPPr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RA_Template_Beta_external_110816.potx" id="{096397F8-02DF-40E4-AEB9-88A0052F30F0}" vid="{AA36791E-F7D8-46B6-BCF9-C51758B3B430}"/>
    </a:ext>
  </a:extLst>
</a:theme>
</file>

<file path=ppt/theme/theme6.xml><?xml version="1.0" encoding="utf-8"?>
<a:theme xmlns:a="http://schemas.openxmlformats.org/drawingml/2006/main" name="1_OUK-Template_Beta_220616">
  <a:themeElements>
    <a:clrScheme name="Orange WHT Secondary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range">
      <a:majorFont>
        <a:latin typeface="Helvetica 75 Bold"/>
        <a:ea typeface=""/>
        <a:cs typeface=""/>
      </a:majorFont>
      <a:minorFont>
        <a:latin typeface="Helvetica 75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>
            <a:solidFill>
              <a:srgbClr val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none" lIns="0" tIns="0" rIns="0" bIns="0" rtlCol="0">
        <a:spAutoFit/>
      </a:bodyPr>
      <a:lstStyle>
        <a:defPPr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RA_Template_Beta_external_110816.potx" id="{096397F8-02DF-40E4-AEB9-88A0052F30F0}" vid="{AA36791E-F7D8-46B6-BCF9-C51758B3B430}"/>
    </a:ext>
  </a:extLst>
</a:theme>
</file>

<file path=ppt/theme/theme7.xml><?xml version="1.0" encoding="utf-8"?>
<a:theme xmlns:a="http://schemas.openxmlformats.org/drawingml/2006/main" name="2_OUK-Template_Beta_220616">
  <a:themeElements>
    <a:clrScheme name="Orange WHT Secondary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range">
      <a:majorFont>
        <a:latin typeface="Helvetica 75 Bold"/>
        <a:ea typeface=""/>
        <a:cs typeface=""/>
      </a:majorFont>
      <a:minorFont>
        <a:latin typeface="Helvetica 75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>
            <a:solidFill>
              <a:srgbClr val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none" lIns="0" tIns="0" rIns="0" bIns="0" rtlCol="0">
        <a:spAutoFit/>
      </a:bodyPr>
      <a:lstStyle>
        <a:defPPr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RA_Template_Beta_external_110816.potx" id="{096397F8-02DF-40E4-AEB9-88A0052F30F0}" vid="{AA36791E-F7D8-46B6-BCF9-C51758B3B430}"/>
    </a:ext>
  </a:extLst>
</a:theme>
</file>

<file path=ppt/theme/theme8.xml><?xml version="1.0" encoding="utf-8"?>
<a:theme xmlns:a="http://schemas.openxmlformats.org/drawingml/2006/main" name="2_OUK_template">
  <a:themeElements>
    <a:clrScheme name="Orange Black">
      <a:dk1>
        <a:srgbClr val="FFFFFF"/>
      </a:dk1>
      <a:lt1>
        <a:srgbClr val="000000"/>
      </a:lt1>
      <a:dk2>
        <a:srgbClr val="FF6600"/>
      </a:dk2>
      <a:lt2>
        <a:srgbClr val="8E908F"/>
      </a:lt2>
      <a:accent1>
        <a:srgbClr val="FF6600"/>
      </a:accent1>
      <a:accent2>
        <a:srgbClr val="323232"/>
      </a:accent2>
      <a:accent3>
        <a:srgbClr val="5C5C5C"/>
      </a:accent3>
      <a:accent4>
        <a:srgbClr val="8E908F"/>
      </a:accent4>
      <a:accent5>
        <a:srgbClr val="ADADAD"/>
      </a:accent5>
      <a:accent6>
        <a:srgbClr val="CCCCCC"/>
      </a:accent6>
      <a:hlink>
        <a:srgbClr val="000000"/>
      </a:hlink>
      <a:folHlink>
        <a:srgbClr val="000000"/>
      </a:folHlink>
    </a:clrScheme>
    <a:fontScheme name="Orange">
      <a:majorFont>
        <a:latin typeface="Helvetica 75"/>
        <a:ea typeface=""/>
        <a:cs typeface=""/>
      </a:majorFont>
      <a:minorFont>
        <a:latin typeface="Helvetica 75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ange_PPTTemplate_v3.potx" id="{7EFB1CC4-B630-4DC5-B88F-B33ED10FA70B}" vid="{E661C32F-4836-4DD1-B604-E27281C607A6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D4EA90BB289904CBBA5E8423637C343" ma:contentTypeVersion="0" ma:contentTypeDescription="Create a new document." ma:contentTypeScope="" ma:versionID="cff9ac0d1fc910dc7c8574ccb5d99ac4">
  <xsd:schema xmlns:xsd="http://www.w3.org/2001/XMLSchema" xmlns:p="http://schemas.microsoft.com/office/2006/metadata/properties" targetNamespace="http://schemas.microsoft.com/office/2006/metadata/properties" ma:root="true" ma:fieldsID="067b6a34cff0185f25548b82e4cc114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43A1F7B-235B-4222-AE5B-CC2991D05D6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408CF16F-DE34-4E19-A218-76875DF3C6E4}">
  <ds:schemaRefs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terms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16859C52-5853-4478-B079-FA6FC5AA76E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OUK_template</Template>
  <TotalTime>29585</TotalTime>
  <Words>160</Words>
  <Application>Microsoft Office PowerPoint</Application>
  <PresentationFormat>On-screen Show (16:9)</PresentationFormat>
  <Paragraphs>35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2</vt:i4>
      </vt:variant>
    </vt:vector>
  </HeadingPairs>
  <TitlesOfParts>
    <vt:vector size="18" baseType="lpstr">
      <vt:lpstr>Arial</vt:lpstr>
      <vt:lpstr>Calibri</vt:lpstr>
      <vt:lpstr>Helvetica</vt:lpstr>
      <vt:lpstr>Helvetica 45 Light</vt:lpstr>
      <vt:lpstr>Helvetica 55 Roman</vt:lpstr>
      <vt:lpstr>Helvetica 75</vt:lpstr>
      <vt:lpstr>Helvetica 75 Bold</vt:lpstr>
      <vt:lpstr>Wingdings</vt:lpstr>
      <vt:lpstr>OUK_template</vt:lpstr>
      <vt:lpstr>Orange Template - Black</vt:lpstr>
      <vt:lpstr>1_Default Design</vt:lpstr>
      <vt:lpstr>1_OUK_template</vt:lpstr>
      <vt:lpstr>OUK-Template_Beta_220616</vt:lpstr>
      <vt:lpstr>1_OUK-Template_Beta_220616</vt:lpstr>
      <vt:lpstr>2_OUK-Template_Beta_220616</vt:lpstr>
      <vt:lpstr>2_OUK_template</vt:lpstr>
      <vt:lpstr>PowerPoint Presentation</vt:lpstr>
      <vt:lpstr> Sourcing Strategy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Sylvia Halim</dc:creator>
  <cp:lastModifiedBy>Mouhab Mahmoud Sakran</cp:lastModifiedBy>
  <cp:revision>281</cp:revision>
  <cp:lastPrinted>2017-02-09T11:40:05Z</cp:lastPrinted>
  <dcterms:created xsi:type="dcterms:W3CDTF">2016-02-18T11:16:43Z</dcterms:created>
  <dcterms:modified xsi:type="dcterms:W3CDTF">2026-08-20T08:25:34Z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0x010100FD4EA90BB289904CBBA5E8423637C343</vt:lpwstr>
  </property>
</Properties>
</file>